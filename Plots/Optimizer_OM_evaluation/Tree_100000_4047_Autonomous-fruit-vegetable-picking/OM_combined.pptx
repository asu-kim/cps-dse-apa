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890500" cy="10325100"/>
  <p:notesSz cx="12890500" cy="103251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118" autoAdjust="0"/>
  </p:normalViewPr>
  <p:slideViewPr>
    <p:cSldViewPr>
      <p:cViewPr>
        <p:scale>
          <a:sx n="150" d="100"/>
          <a:sy n="150" d="100"/>
        </p:scale>
        <p:origin x="-5085" y="-227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66787" y="3200781"/>
            <a:ext cx="10956925" cy="21682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933575" y="5782056"/>
            <a:ext cx="9023350" cy="25812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44525" y="2374773"/>
            <a:ext cx="5607367" cy="68145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638607" y="2374773"/>
            <a:ext cx="5607367" cy="68145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549439" y="8558784"/>
            <a:ext cx="0" cy="44450"/>
          </a:xfrm>
          <a:custGeom>
            <a:avLst/>
            <a:gdLst/>
            <a:ahLst/>
            <a:cxnLst/>
            <a:rect l="l" t="t" r="r" b="b"/>
            <a:pathLst>
              <a:path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549439" y="8558784"/>
            <a:ext cx="0" cy="44450"/>
          </a:xfrm>
          <a:custGeom>
            <a:avLst/>
            <a:gdLst/>
            <a:ahLst/>
            <a:cxnLst/>
            <a:rect l="l" t="t" r="r" b="b"/>
            <a:pathLst>
              <a:path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44525" y="413004"/>
            <a:ext cx="11601450" cy="16520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44525" y="2374773"/>
            <a:ext cx="11601450" cy="68145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382770" y="9602343"/>
            <a:ext cx="4124960" cy="516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44525" y="9602343"/>
            <a:ext cx="2964815" cy="516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281160" y="9602343"/>
            <a:ext cx="2964815" cy="516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0" name="object 150"/>
          <p:cNvGrpSpPr/>
          <p:nvPr/>
        </p:nvGrpSpPr>
        <p:grpSpPr>
          <a:xfrm>
            <a:off x="7292016" y="8553704"/>
            <a:ext cx="10160" cy="54610"/>
            <a:chOff x="7292016" y="8553704"/>
            <a:chExt cx="10160" cy="54610"/>
          </a:xfrm>
        </p:grpSpPr>
        <p:sp>
          <p:nvSpPr>
            <p:cNvPr id="151" name="object 151"/>
            <p:cNvSpPr/>
            <p:nvPr/>
          </p:nvSpPr>
          <p:spPr>
            <a:xfrm>
              <a:off x="7297096" y="8558784"/>
              <a:ext cx="0" cy="44450"/>
            </a:xfrm>
            <a:custGeom>
              <a:avLst/>
              <a:gdLst/>
              <a:ahLst/>
              <a:cxnLst/>
              <a:rect l="l" t="t" r="r" b="b"/>
              <a:pathLst>
                <a:path h="44450">
                  <a:moveTo>
                    <a:pt x="0" y="0"/>
                  </a:moveTo>
                  <a:lnTo>
                    <a:pt x="0" y="4445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" name="object 152"/>
            <p:cNvSpPr/>
            <p:nvPr/>
          </p:nvSpPr>
          <p:spPr>
            <a:xfrm>
              <a:off x="7297096" y="8558784"/>
              <a:ext cx="0" cy="44450"/>
            </a:xfrm>
            <a:custGeom>
              <a:avLst/>
              <a:gdLst/>
              <a:ahLst/>
              <a:cxnLst/>
              <a:rect l="l" t="t" r="r" b="b"/>
              <a:pathLst>
                <a:path h="44450">
                  <a:moveTo>
                    <a:pt x="0" y="0"/>
                  </a:moveTo>
                  <a:lnTo>
                    <a:pt x="0" y="44450"/>
                  </a:lnTo>
                </a:path>
              </a:pathLst>
            </a:custGeom>
            <a:ln w="101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8" name="object 184">
            <a:extLst>
              <a:ext uri="{FF2B5EF4-FFF2-40B4-BE49-F238E27FC236}">
                <a16:creationId xmlns:a16="http://schemas.microsoft.com/office/drawing/2014/main" id="{5F745668-76CD-BEAE-79F2-CFBF1B18F3AF}"/>
              </a:ext>
            </a:extLst>
          </p:cNvPr>
          <p:cNvSpPr/>
          <p:nvPr/>
        </p:nvSpPr>
        <p:spPr>
          <a:xfrm>
            <a:off x="7126844" y="8194587"/>
            <a:ext cx="347980" cy="347980"/>
          </a:xfrm>
          <a:custGeom>
            <a:avLst/>
            <a:gdLst/>
            <a:ahLst/>
            <a:cxnLst/>
            <a:rect l="l" t="t" r="r" b="b"/>
            <a:pathLst>
              <a:path w="347979" h="347979">
                <a:moveTo>
                  <a:pt x="173901" y="173901"/>
                </a:moveTo>
                <a:lnTo>
                  <a:pt x="0" y="347803"/>
                </a:lnTo>
                <a:lnTo>
                  <a:pt x="347803" y="347803"/>
                </a:lnTo>
                <a:lnTo>
                  <a:pt x="173901" y="173901"/>
                </a:lnTo>
                <a:close/>
              </a:path>
              <a:path w="347979" h="347979">
                <a:moveTo>
                  <a:pt x="347803" y="0"/>
                </a:moveTo>
                <a:lnTo>
                  <a:pt x="0" y="0"/>
                </a:lnTo>
                <a:lnTo>
                  <a:pt x="173901" y="173901"/>
                </a:lnTo>
                <a:lnTo>
                  <a:pt x="347803" y="0"/>
                </a:lnTo>
                <a:close/>
              </a:path>
            </a:pathLst>
          </a:custGeom>
          <a:solidFill>
            <a:srgbClr val="8B564B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0" name="object 184">
            <a:extLst>
              <a:ext uri="{FF2B5EF4-FFF2-40B4-BE49-F238E27FC236}">
                <a16:creationId xmlns:a16="http://schemas.microsoft.com/office/drawing/2014/main" id="{62936416-E554-04AE-7EE3-E2A57D4FBD58}"/>
              </a:ext>
            </a:extLst>
          </p:cNvPr>
          <p:cNvSpPr/>
          <p:nvPr/>
        </p:nvSpPr>
        <p:spPr>
          <a:xfrm>
            <a:off x="7126844" y="8023745"/>
            <a:ext cx="347980" cy="347980"/>
          </a:xfrm>
          <a:custGeom>
            <a:avLst/>
            <a:gdLst/>
            <a:ahLst/>
            <a:cxnLst/>
            <a:rect l="l" t="t" r="r" b="b"/>
            <a:pathLst>
              <a:path w="347979" h="347979">
                <a:moveTo>
                  <a:pt x="173901" y="173901"/>
                </a:moveTo>
                <a:lnTo>
                  <a:pt x="0" y="347803"/>
                </a:lnTo>
                <a:lnTo>
                  <a:pt x="347803" y="347803"/>
                </a:lnTo>
                <a:lnTo>
                  <a:pt x="173901" y="173901"/>
                </a:lnTo>
                <a:close/>
              </a:path>
              <a:path w="347979" h="347979">
                <a:moveTo>
                  <a:pt x="347803" y="0"/>
                </a:moveTo>
                <a:lnTo>
                  <a:pt x="0" y="0"/>
                </a:lnTo>
                <a:lnTo>
                  <a:pt x="173901" y="173901"/>
                </a:lnTo>
                <a:lnTo>
                  <a:pt x="347803" y="0"/>
                </a:lnTo>
                <a:close/>
              </a:path>
            </a:pathLst>
          </a:custGeom>
          <a:solidFill>
            <a:srgbClr val="8B564B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1" name="object 184">
            <a:extLst>
              <a:ext uri="{FF2B5EF4-FFF2-40B4-BE49-F238E27FC236}">
                <a16:creationId xmlns:a16="http://schemas.microsoft.com/office/drawing/2014/main" id="{D664C041-3C51-EB07-6D45-17AD710D641E}"/>
              </a:ext>
            </a:extLst>
          </p:cNvPr>
          <p:cNvSpPr/>
          <p:nvPr/>
        </p:nvSpPr>
        <p:spPr>
          <a:xfrm>
            <a:off x="7131050" y="7702071"/>
            <a:ext cx="347980" cy="347980"/>
          </a:xfrm>
          <a:custGeom>
            <a:avLst/>
            <a:gdLst/>
            <a:ahLst/>
            <a:cxnLst/>
            <a:rect l="l" t="t" r="r" b="b"/>
            <a:pathLst>
              <a:path w="347979" h="347979">
                <a:moveTo>
                  <a:pt x="173901" y="173901"/>
                </a:moveTo>
                <a:lnTo>
                  <a:pt x="0" y="347803"/>
                </a:lnTo>
                <a:lnTo>
                  <a:pt x="347803" y="347803"/>
                </a:lnTo>
                <a:lnTo>
                  <a:pt x="173901" y="173901"/>
                </a:lnTo>
                <a:close/>
              </a:path>
              <a:path w="347979" h="347979">
                <a:moveTo>
                  <a:pt x="347803" y="0"/>
                </a:moveTo>
                <a:lnTo>
                  <a:pt x="0" y="0"/>
                </a:lnTo>
                <a:lnTo>
                  <a:pt x="173901" y="173901"/>
                </a:lnTo>
                <a:lnTo>
                  <a:pt x="347803" y="0"/>
                </a:lnTo>
                <a:close/>
              </a:path>
            </a:pathLst>
          </a:custGeom>
          <a:solidFill>
            <a:srgbClr val="8B564B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2" name="object 184">
            <a:extLst>
              <a:ext uri="{FF2B5EF4-FFF2-40B4-BE49-F238E27FC236}">
                <a16:creationId xmlns:a16="http://schemas.microsoft.com/office/drawing/2014/main" id="{D2B225E2-0B7B-8760-3FD0-61F30F6AB8E6}"/>
              </a:ext>
            </a:extLst>
          </p:cNvPr>
          <p:cNvSpPr/>
          <p:nvPr/>
        </p:nvSpPr>
        <p:spPr>
          <a:xfrm>
            <a:off x="7116782" y="7548010"/>
            <a:ext cx="347980" cy="347980"/>
          </a:xfrm>
          <a:custGeom>
            <a:avLst/>
            <a:gdLst/>
            <a:ahLst/>
            <a:cxnLst/>
            <a:rect l="l" t="t" r="r" b="b"/>
            <a:pathLst>
              <a:path w="347979" h="347979">
                <a:moveTo>
                  <a:pt x="173901" y="173901"/>
                </a:moveTo>
                <a:lnTo>
                  <a:pt x="0" y="347803"/>
                </a:lnTo>
                <a:lnTo>
                  <a:pt x="347803" y="347803"/>
                </a:lnTo>
                <a:lnTo>
                  <a:pt x="173901" y="173901"/>
                </a:lnTo>
                <a:close/>
              </a:path>
              <a:path w="347979" h="347979">
                <a:moveTo>
                  <a:pt x="347803" y="0"/>
                </a:moveTo>
                <a:lnTo>
                  <a:pt x="0" y="0"/>
                </a:lnTo>
                <a:lnTo>
                  <a:pt x="173901" y="173901"/>
                </a:lnTo>
                <a:lnTo>
                  <a:pt x="347803" y="0"/>
                </a:lnTo>
                <a:close/>
              </a:path>
            </a:pathLst>
          </a:custGeom>
          <a:solidFill>
            <a:srgbClr val="8B564B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3" name="object 184">
            <a:extLst>
              <a:ext uri="{FF2B5EF4-FFF2-40B4-BE49-F238E27FC236}">
                <a16:creationId xmlns:a16="http://schemas.microsoft.com/office/drawing/2014/main" id="{113FB529-FC0E-0D6F-AB47-092CE1FC2B22}"/>
              </a:ext>
            </a:extLst>
          </p:cNvPr>
          <p:cNvSpPr/>
          <p:nvPr/>
        </p:nvSpPr>
        <p:spPr>
          <a:xfrm>
            <a:off x="7131050" y="7200030"/>
            <a:ext cx="347980" cy="347980"/>
          </a:xfrm>
          <a:custGeom>
            <a:avLst/>
            <a:gdLst/>
            <a:ahLst/>
            <a:cxnLst/>
            <a:rect l="l" t="t" r="r" b="b"/>
            <a:pathLst>
              <a:path w="347979" h="347979">
                <a:moveTo>
                  <a:pt x="173901" y="173901"/>
                </a:moveTo>
                <a:lnTo>
                  <a:pt x="0" y="347803"/>
                </a:lnTo>
                <a:lnTo>
                  <a:pt x="347803" y="347803"/>
                </a:lnTo>
                <a:lnTo>
                  <a:pt x="173901" y="173901"/>
                </a:lnTo>
                <a:close/>
              </a:path>
              <a:path w="347979" h="347979">
                <a:moveTo>
                  <a:pt x="347803" y="0"/>
                </a:moveTo>
                <a:lnTo>
                  <a:pt x="0" y="0"/>
                </a:lnTo>
                <a:lnTo>
                  <a:pt x="173901" y="173901"/>
                </a:lnTo>
                <a:lnTo>
                  <a:pt x="347803" y="0"/>
                </a:lnTo>
                <a:close/>
              </a:path>
            </a:pathLst>
          </a:custGeom>
          <a:solidFill>
            <a:srgbClr val="8B564B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4" name="object 184">
            <a:extLst>
              <a:ext uri="{FF2B5EF4-FFF2-40B4-BE49-F238E27FC236}">
                <a16:creationId xmlns:a16="http://schemas.microsoft.com/office/drawing/2014/main" id="{9D102CC5-AA00-F037-A67C-166CBCC82304}"/>
              </a:ext>
            </a:extLst>
          </p:cNvPr>
          <p:cNvSpPr/>
          <p:nvPr/>
        </p:nvSpPr>
        <p:spPr>
          <a:xfrm>
            <a:off x="7144365" y="5511141"/>
            <a:ext cx="347980" cy="347980"/>
          </a:xfrm>
          <a:custGeom>
            <a:avLst/>
            <a:gdLst/>
            <a:ahLst/>
            <a:cxnLst/>
            <a:rect l="l" t="t" r="r" b="b"/>
            <a:pathLst>
              <a:path w="347979" h="347979">
                <a:moveTo>
                  <a:pt x="173901" y="173901"/>
                </a:moveTo>
                <a:lnTo>
                  <a:pt x="0" y="347803"/>
                </a:lnTo>
                <a:lnTo>
                  <a:pt x="347803" y="347803"/>
                </a:lnTo>
                <a:lnTo>
                  <a:pt x="173901" y="173901"/>
                </a:lnTo>
                <a:close/>
              </a:path>
              <a:path w="347979" h="347979">
                <a:moveTo>
                  <a:pt x="347803" y="0"/>
                </a:moveTo>
                <a:lnTo>
                  <a:pt x="0" y="0"/>
                </a:lnTo>
                <a:lnTo>
                  <a:pt x="173901" y="173901"/>
                </a:lnTo>
                <a:lnTo>
                  <a:pt x="347803" y="0"/>
                </a:lnTo>
                <a:close/>
              </a:path>
            </a:pathLst>
          </a:custGeom>
          <a:solidFill>
            <a:srgbClr val="8B564B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6" name="object 184">
            <a:extLst>
              <a:ext uri="{FF2B5EF4-FFF2-40B4-BE49-F238E27FC236}">
                <a16:creationId xmlns:a16="http://schemas.microsoft.com/office/drawing/2014/main" id="{B7B025C0-AB17-40FE-E53E-B4FFB3FBD034}"/>
              </a:ext>
            </a:extLst>
          </p:cNvPr>
          <p:cNvSpPr/>
          <p:nvPr/>
        </p:nvSpPr>
        <p:spPr>
          <a:xfrm>
            <a:off x="7144617" y="4550591"/>
            <a:ext cx="347980" cy="347980"/>
          </a:xfrm>
          <a:custGeom>
            <a:avLst/>
            <a:gdLst/>
            <a:ahLst/>
            <a:cxnLst/>
            <a:rect l="l" t="t" r="r" b="b"/>
            <a:pathLst>
              <a:path w="347979" h="347979">
                <a:moveTo>
                  <a:pt x="173901" y="173901"/>
                </a:moveTo>
                <a:lnTo>
                  <a:pt x="0" y="347803"/>
                </a:lnTo>
                <a:lnTo>
                  <a:pt x="347803" y="347803"/>
                </a:lnTo>
                <a:lnTo>
                  <a:pt x="173901" y="173901"/>
                </a:lnTo>
                <a:close/>
              </a:path>
              <a:path w="347979" h="347979">
                <a:moveTo>
                  <a:pt x="347803" y="0"/>
                </a:moveTo>
                <a:lnTo>
                  <a:pt x="0" y="0"/>
                </a:lnTo>
                <a:lnTo>
                  <a:pt x="173901" y="173901"/>
                </a:lnTo>
                <a:lnTo>
                  <a:pt x="347803" y="0"/>
                </a:lnTo>
                <a:close/>
              </a:path>
            </a:pathLst>
          </a:custGeom>
          <a:solidFill>
            <a:srgbClr val="8B564B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5" name="object 184">
            <a:extLst>
              <a:ext uri="{FF2B5EF4-FFF2-40B4-BE49-F238E27FC236}">
                <a16:creationId xmlns:a16="http://schemas.microsoft.com/office/drawing/2014/main" id="{5CDB343A-664D-D4E2-E699-60B12530D334}"/>
              </a:ext>
            </a:extLst>
          </p:cNvPr>
          <p:cNvSpPr/>
          <p:nvPr/>
        </p:nvSpPr>
        <p:spPr>
          <a:xfrm>
            <a:off x="7148868" y="4801611"/>
            <a:ext cx="347980" cy="347980"/>
          </a:xfrm>
          <a:custGeom>
            <a:avLst/>
            <a:gdLst/>
            <a:ahLst/>
            <a:cxnLst/>
            <a:rect l="l" t="t" r="r" b="b"/>
            <a:pathLst>
              <a:path w="347979" h="347979">
                <a:moveTo>
                  <a:pt x="173901" y="173901"/>
                </a:moveTo>
                <a:lnTo>
                  <a:pt x="0" y="347803"/>
                </a:lnTo>
                <a:lnTo>
                  <a:pt x="347803" y="347803"/>
                </a:lnTo>
                <a:lnTo>
                  <a:pt x="173901" y="173901"/>
                </a:lnTo>
                <a:close/>
              </a:path>
              <a:path w="347979" h="347979">
                <a:moveTo>
                  <a:pt x="347803" y="0"/>
                </a:moveTo>
                <a:lnTo>
                  <a:pt x="0" y="0"/>
                </a:lnTo>
                <a:lnTo>
                  <a:pt x="173901" y="173901"/>
                </a:lnTo>
                <a:lnTo>
                  <a:pt x="347803" y="0"/>
                </a:lnTo>
                <a:close/>
              </a:path>
            </a:pathLst>
          </a:custGeom>
          <a:solidFill>
            <a:srgbClr val="8B564B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7" name="object 184">
            <a:extLst>
              <a:ext uri="{FF2B5EF4-FFF2-40B4-BE49-F238E27FC236}">
                <a16:creationId xmlns:a16="http://schemas.microsoft.com/office/drawing/2014/main" id="{667FE972-A19F-2982-E32B-0EEABD797682}"/>
              </a:ext>
            </a:extLst>
          </p:cNvPr>
          <p:cNvSpPr/>
          <p:nvPr/>
        </p:nvSpPr>
        <p:spPr>
          <a:xfrm>
            <a:off x="7140366" y="4565332"/>
            <a:ext cx="347980" cy="347980"/>
          </a:xfrm>
          <a:custGeom>
            <a:avLst/>
            <a:gdLst/>
            <a:ahLst/>
            <a:cxnLst/>
            <a:rect l="l" t="t" r="r" b="b"/>
            <a:pathLst>
              <a:path w="347979" h="347979">
                <a:moveTo>
                  <a:pt x="173901" y="173901"/>
                </a:moveTo>
                <a:lnTo>
                  <a:pt x="0" y="347803"/>
                </a:lnTo>
                <a:lnTo>
                  <a:pt x="347803" y="347803"/>
                </a:lnTo>
                <a:lnTo>
                  <a:pt x="173901" y="173901"/>
                </a:lnTo>
                <a:close/>
              </a:path>
              <a:path w="347979" h="347979">
                <a:moveTo>
                  <a:pt x="347803" y="0"/>
                </a:moveTo>
                <a:lnTo>
                  <a:pt x="0" y="0"/>
                </a:lnTo>
                <a:lnTo>
                  <a:pt x="173901" y="173901"/>
                </a:lnTo>
                <a:lnTo>
                  <a:pt x="347803" y="0"/>
                </a:lnTo>
                <a:close/>
              </a:path>
            </a:pathLst>
          </a:custGeom>
          <a:solidFill>
            <a:srgbClr val="8B564B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object 2"/>
          <p:cNvSpPr txBox="1"/>
          <p:nvPr/>
        </p:nvSpPr>
        <p:spPr>
          <a:xfrm>
            <a:off x="1375211" y="8542567"/>
            <a:ext cx="253343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0" dirty="0">
                <a:latin typeface="Lucida Sans"/>
                <a:cs typeface="Lucida Sans"/>
              </a:rPr>
              <a:t>0</a:t>
            </a:r>
            <a:endParaRPr sz="2800" dirty="0">
              <a:latin typeface="Lucida Sans"/>
              <a:cs typeface="Lucida San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111902" y="8553704"/>
            <a:ext cx="10160" cy="54610"/>
            <a:chOff x="3111902" y="8553704"/>
            <a:chExt cx="10160" cy="54610"/>
          </a:xfrm>
        </p:grpSpPr>
        <p:sp>
          <p:nvSpPr>
            <p:cNvPr id="4" name="object 4"/>
            <p:cNvSpPr/>
            <p:nvPr/>
          </p:nvSpPr>
          <p:spPr>
            <a:xfrm>
              <a:off x="3116982" y="8558784"/>
              <a:ext cx="0" cy="44450"/>
            </a:xfrm>
            <a:custGeom>
              <a:avLst/>
              <a:gdLst/>
              <a:ahLst/>
              <a:cxnLst/>
              <a:rect l="l" t="t" r="r" b="b"/>
              <a:pathLst>
                <a:path h="44450">
                  <a:moveTo>
                    <a:pt x="0" y="0"/>
                  </a:moveTo>
                  <a:lnTo>
                    <a:pt x="0" y="4445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116982" y="8558784"/>
              <a:ext cx="0" cy="44450"/>
            </a:xfrm>
            <a:custGeom>
              <a:avLst/>
              <a:gdLst/>
              <a:ahLst/>
              <a:cxnLst/>
              <a:rect l="l" t="t" r="r" b="b"/>
              <a:pathLst>
                <a:path h="44450">
                  <a:moveTo>
                    <a:pt x="0" y="0"/>
                  </a:moveTo>
                  <a:lnTo>
                    <a:pt x="0" y="44450"/>
                  </a:lnTo>
                </a:path>
              </a:pathLst>
            </a:custGeom>
            <a:ln w="101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619698" y="8542567"/>
            <a:ext cx="690466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35" dirty="0">
                <a:latin typeface="Lucida Sans"/>
                <a:cs typeface="Lucida Sans"/>
              </a:rPr>
              <a:t>300</a:t>
            </a:r>
            <a:endParaRPr sz="2800" dirty="0">
              <a:latin typeface="Lucida Sans"/>
              <a:cs typeface="Lucida San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679445" y="8553704"/>
            <a:ext cx="10160" cy="54610"/>
            <a:chOff x="4679445" y="8553704"/>
            <a:chExt cx="10160" cy="54610"/>
          </a:xfrm>
        </p:grpSpPr>
        <p:sp>
          <p:nvSpPr>
            <p:cNvPr id="8" name="object 8"/>
            <p:cNvSpPr/>
            <p:nvPr/>
          </p:nvSpPr>
          <p:spPr>
            <a:xfrm>
              <a:off x="4684525" y="8558784"/>
              <a:ext cx="0" cy="44450"/>
            </a:xfrm>
            <a:custGeom>
              <a:avLst/>
              <a:gdLst/>
              <a:ahLst/>
              <a:cxnLst/>
              <a:rect l="l" t="t" r="r" b="b"/>
              <a:pathLst>
                <a:path h="44450">
                  <a:moveTo>
                    <a:pt x="0" y="0"/>
                  </a:moveTo>
                  <a:lnTo>
                    <a:pt x="0" y="4445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684525" y="8558784"/>
              <a:ext cx="0" cy="44450"/>
            </a:xfrm>
            <a:custGeom>
              <a:avLst/>
              <a:gdLst/>
              <a:ahLst/>
              <a:cxnLst/>
              <a:rect l="l" t="t" r="r" b="b"/>
              <a:pathLst>
                <a:path h="44450">
                  <a:moveTo>
                    <a:pt x="0" y="0"/>
                  </a:moveTo>
                  <a:lnTo>
                    <a:pt x="0" y="44450"/>
                  </a:lnTo>
                </a:path>
              </a:pathLst>
            </a:custGeom>
            <a:ln w="101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187240" y="8542567"/>
            <a:ext cx="690466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35" dirty="0">
                <a:latin typeface="Lucida Sans"/>
                <a:cs typeface="Lucida Sans"/>
              </a:rPr>
              <a:t>600</a:t>
            </a:r>
            <a:endParaRPr sz="2800">
              <a:latin typeface="Lucida Sans"/>
              <a:cs typeface="Lucida Sans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246988" y="8553704"/>
            <a:ext cx="10160" cy="54610"/>
            <a:chOff x="6246988" y="8553704"/>
            <a:chExt cx="10160" cy="54610"/>
          </a:xfrm>
        </p:grpSpPr>
        <p:sp>
          <p:nvSpPr>
            <p:cNvPr id="12" name="object 12"/>
            <p:cNvSpPr/>
            <p:nvPr/>
          </p:nvSpPr>
          <p:spPr>
            <a:xfrm>
              <a:off x="6252068" y="8558784"/>
              <a:ext cx="0" cy="44450"/>
            </a:xfrm>
            <a:custGeom>
              <a:avLst/>
              <a:gdLst/>
              <a:ahLst/>
              <a:cxnLst/>
              <a:rect l="l" t="t" r="r" b="b"/>
              <a:pathLst>
                <a:path h="44450">
                  <a:moveTo>
                    <a:pt x="0" y="0"/>
                  </a:moveTo>
                  <a:lnTo>
                    <a:pt x="0" y="4445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252068" y="8558784"/>
              <a:ext cx="0" cy="44450"/>
            </a:xfrm>
            <a:custGeom>
              <a:avLst/>
              <a:gdLst/>
              <a:ahLst/>
              <a:cxnLst/>
              <a:rect l="l" t="t" r="r" b="b"/>
              <a:pathLst>
                <a:path h="44450">
                  <a:moveTo>
                    <a:pt x="0" y="0"/>
                  </a:moveTo>
                  <a:lnTo>
                    <a:pt x="0" y="44450"/>
                  </a:lnTo>
                </a:path>
              </a:pathLst>
            </a:custGeom>
            <a:ln w="101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754784" y="8542567"/>
            <a:ext cx="690466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35" dirty="0">
                <a:latin typeface="Lucida Sans"/>
                <a:cs typeface="Lucida Sans"/>
              </a:rPr>
              <a:t>900</a:t>
            </a:r>
            <a:endParaRPr sz="2800">
              <a:latin typeface="Lucida Sans"/>
              <a:cs typeface="Lucida San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016250" y="9186644"/>
            <a:ext cx="1986972" cy="446276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800" spc="-65" dirty="0">
                <a:latin typeface="Lucida Sans"/>
                <a:cs typeface="Lucida Sans"/>
              </a:rPr>
              <a:t>Payload(Kg)</a:t>
            </a:r>
            <a:endParaRPr sz="2800" dirty="0">
              <a:latin typeface="Lucida Sans"/>
              <a:cs typeface="Lucida Sans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504989" y="2743200"/>
            <a:ext cx="5269865" cy="5816000"/>
            <a:chOff x="1504989" y="2743200"/>
            <a:chExt cx="5269865" cy="5816000"/>
          </a:xfrm>
        </p:grpSpPr>
        <p:sp>
          <p:nvSpPr>
            <p:cNvPr id="17" name="object 17"/>
            <p:cNvSpPr/>
            <p:nvPr/>
          </p:nvSpPr>
          <p:spPr>
            <a:xfrm>
              <a:off x="1504989" y="8347290"/>
              <a:ext cx="44450" cy="0"/>
            </a:xfrm>
            <a:custGeom>
              <a:avLst/>
              <a:gdLst/>
              <a:ahLst/>
              <a:cxnLst/>
              <a:rect l="l" t="t" r="r" b="b"/>
              <a:pathLst>
                <a:path w="44450">
                  <a:moveTo>
                    <a:pt x="44450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504989" y="8347290"/>
              <a:ext cx="44450" cy="0"/>
            </a:xfrm>
            <a:custGeom>
              <a:avLst/>
              <a:gdLst/>
              <a:ahLst/>
              <a:cxnLst/>
              <a:rect l="l" t="t" r="r" b="b"/>
              <a:pathLst>
                <a:path w="44450">
                  <a:moveTo>
                    <a:pt x="44450" y="0"/>
                  </a:moveTo>
                  <a:lnTo>
                    <a:pt x="0" y="0"/>
                  </a:lnTo>
                </a:path>
              </a:pathLst>
            </a:custGeom>
            <a:ln w="101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504989" y="7279845"/>
              <a:ext cx="44450" cy="0"/>
            </a:xfrm>
            <a:custGeom>
              <a:avLst/>
              <a:gdLst/>
              <a:ahLst/>
              <a:cxnLst/>
              <a:rect l="l" t="t" r="r" b="b"/>
              <a:pathLst>
                <a:path w="44450">
                  <a:moveTo>
                    <a:pt x="44450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504989" y="7279845"/>
              <a:ext cx="44450" cy="0"/>
            </a:xfrm>
            <a:custGeom>
              <a:avLst/>
              <a:gdLst/>
              <a:ahLst/>
              <a:cxnLst/>
              <a:rect l="l" t="t" r="r" b="b"/>
              <a:pathLst>
                <a:path w="44450">
                  <a:moveTo>
                    <a:pt x="44450" y="0"/>
                  </a:moveTo>
                  <a:lnTo>
                    <a:pt x="0" y="0"/>
                  </a:lnTo>
                </a:path>
              </a:pathLst>
            </a:custGeom>
            <a:ln w="101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504989" y="6212399"/>
              <a:ext cx="44450" cy="0"/>
            </a:xfrm>
            <a:custGeom>
              <a:avLst/>
              <a:gdLst/>
              <a:ahLst/>
              <a:cxnLst/>
              <a:rect l="l" t="t" r="r" b="b"/>
              <a:pathLst>
                <a:path w="44450">
                  <a:moveTo>
                    <a:pt x="44450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504989" y="6212399"/>
              <a:ext cx="44450" cy="0"/>
            </a:xfrm>
            <a:custGeom>
              <a:avLst/>
              <a:gdLst/>
              <a:ahLst/>
              <a:cxnLst/>
              <a:rect l="l" t="t" r="r" b="b"/>
              <a:pathLst>
                <a:path w="44450">
                  <a:moveTo>
                    <a:pt x="44450" y="0"/>
                  </a:moveTo>
                  <a:lnTo>
                    <a:pt x="0" y="0"/>
                  </a:lnTo>
                </a:path>
              </a:pathLst>
            </a:custGeom>
            <a:ln w="101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504989" y="5144953"/>
              <a:ext cx="44450" cy="0"/>
            </a:xfrm>
            <a:custGeom>
              <a:avLst/>
              <a:gdLst/>
              <a:ahLst/>
              <a:cxnLst/>
              <a:rect l="l" t="t" r="r" b="b"/>
              <a:pathLst>
                <a:path w="44450">
                  <a:moveTo>
                    <a:pt x="44450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504989" y="5144953"/>
              <a:ext cx="44450" cy="0"/>
            </a:xfrm>
            <a:custGeom>
              <a:avLst/>
              <a:gdLst/>
              <a:ahLst/>
              <a:cxnLst/>
              <a:rect l="l" t="t" r="r" b="b"/>
              <a:pathLst>
                <a:path w="44450">
                  <a:moveTo>
                    <a:pt x="44450" y="0"/>
                  </a:moveTo>
                  <a:lnTo>
                    <a:pt x="0" y="0"/>
                  </a:lnTo>
                </a:path>
              </a:pathLst>
            </a:custGeom>
            <a:ln w="101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504989" y="4077507"/>
              <a:ext cx="44450" cy="0"/>
            </a:xfrm>
            <a:custGeom>
              <a:avLst/>
              <a:gdLst/>
              <a:ahLst/>
              <a:cxnLst/>
              <a:rect l="l" t="t" r="r" b="b"/>
              <a:pathLst>
                <a:path w="44450">
                  <a:moveTo>
                    <a:pt x="44450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504989" y="4077507"/>
              <a:ext cx="44450" cy="0"/>
            </a:xfrm>
            <a:custGeom>
              <a:avLst/>
              <a:gdLst/>
              <a:ahLst/>
              <a:cxnLst/>
              <a:rect l="l" t="t" r="r" b="b"/>
              <a:pathLst>
                <a:path w="44450">
                  <a:moveTo>
                    <a:pt x="44450" y="0"/>
                  </a:moveTo>
                  <a:lnTo>
                    <a:pt x="0" y="0"/>
                  </a:lnTo>
                </a:path>
              </a:pathLst>
            </a:custGeom>
            <a:ln w="101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04989" y="3010061"/>
              <a:ext cx="44450" cy="0"/>
            </a:xfrm>
            <a:custGeom>
              <a:avLst/>
              <a:gdLst/>
              <a:ahLst/>
              <a:cxnLst/>
              <a:rect l="l" t="t" r="r" b="b"/>
              <a:pathLst>
                <a:path w="44450">
                  <a:moveTo>
                    <a:pt x="44450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04989" y="3010061"/>
              <a:ext cx="44450" cy="0"/>
            </a:xfrm>
            <a:custGeom>
              <a:avLst/>
              <a:gdLst/>
              <a:ahLst/>
              <a:cxnLst/>
              <a:rect l="l" t="t" r="r" b="b"/>
              <a:pathLst>
                <a:path w="44450">
                  <a:moveTo>
                    <a:pt x="44450" y="0"/>
                  </a:moveTo>
                  <a:lnTo>
                    <a:pt x="0" y="0"/>
                  </a:lnTo>
                </a:path>
              </a:pathLst>
            </a:custGeom>
            <a:ln w="101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549439" y="4077507"/>
              <a:ext cx="5225415" cy="0"/>
            </a:xfrm>
            <a:custGeom>
              <a:avLst/>
              <a:gdLst/>
              <a:ahLst/>
              <a:cxnLst/>
              <a:rect l="l" t="t" r="r" b="b"/>
              <a:pathLst>
                <a:path w="5225415">
                  <a:moveTo>
                    <a:pt x="0" y="0"/>
                  </a:moveTo>
                  <a:lnTo>
                    <a:pt x="5225142" y="0"/>
                  </a:lnTo>
                </a:path>
              </a:pathLst>
            </a:custGeom>
            <a:ln w="19050">
              <a:solidFill>
                <a:srgbClr val="0000FF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549439" y="2743200"/>
              <a:ext cx="5225415" cy="5815965"/>
            </a:xfrm>
            <a:custGeom>
              <a:avLst/>
              <a:gdLst/>
              <a:ahLst/>
              <a:cxnLst/>
              <a:rect l="l" t="t" r="r" b="b"/>
              <a:pathLst>
                <a:path w="5225415" h="5815965">
                  <a:moveTo>
                    <a:pt x="0" y="5815583"/>
                  </a:moveTo>
                  <a:lnTo>
                    <a:pt x="0" y="0"/>
                  </a:lnTo>
                </a:path>
                <a:path w="5225415" h="5815965">
                  <a:moveTo>
                    <a:pt x="5225142" y="5815583"/>
                  </a:moveTo>
                  <a:lnTo>
                    <a:pt x="5225142" y="0"/>
                  </a:lnTo>
                </a:path>
                <a:path w="5225415" h="5815965">
                  <a:moveTo>
                    <a:pt x="0" y="5815583"/>
                  </a:moveTo>
                  <a:lnTo>
                    <a:pt x="5225142" y="5815583"/>
                  </a:lnTo>
                </a:path>
                <a:path w="5225415" h="5815965">
                  <a:moveTo>
                    <a:pt x="0" y="0"/>
                  </a:moveTo>
                  <a:lnTo>
                    <a:pt x="5225142" y="0"/>
                  </a:lnTo>
                </a:path>
              </a:pathLst>
            </a:custGeom>
            <a:ln w="101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593530" y="8352190"/>
              <a:ext cx="347980" cy="207010"/>
            </a:xfrm>
            <a:custGeom>
              <a:avLst/>
              <a:gdLst/>
              <a:ahLst/>
              <a:cxnLst/>
              <a:rect l="l" t="t" r="r" b="b"/>
              <a:pathLst>
                <a:path w="347980" h="207009">
                  <a:moveTo>
                    <a:pt x="347803" y="206593"/>
                  </a:moveTo>
                  <a:lnTo>
                    <a:pt x="347803" y="0"/>
                  </a:lnTo>
                  <a:lnTo>
                    <a:pt x="0" y="0"/>
                  </a:lnTo>
                  <a:lnTo>
                    <a:pt x="0" y="206593"/>
                  </a:lnTo>
                </a:path>
              </a:pathLst>
            </a:custGeom>
            <a:ln w="19050">
              <a:solidFill>
                <a:srgbClr val="1F77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084067" y="8092536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80" h="347979">
                  <a:moveTo>
                    <a:pt x="0" y="347803"/>
                  </a:moveTo>
                  <a:lnTo>
                    <a:pt x="347803" y="347803"/>
                  </a:lnTo>
                  <a:lnTo>
                    <a:pt x="347803" y="0"/>
                  </a:lnTo>
                  <a:lnTo>
                    <a:pt x="0" y="0"/>
                  </a:lnTo>
                  <a:lnTo>
                    <a:pt x="0" y="347803"/>
                  </a:lnTo>
                  <a:close/>
                </a:path>
              </a:pathLst>
            </a:custGeom>
            <a:ln w="19050">
              <a:solidFill>
                <a:srgbClr val="1F77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549439" y="8074654"/>
              <a:ext cx="287655" cy="347980"/>
            </a:xfrm>
            <a:custGeom>
              <a:avLst/>
              <a:gdLst/>
              <a:ahLst/>
              <a:cxnLst/>
              <a:rect l="l" t="t" r="r" b="b"/>
              <a:pathLst>
                <a:path w="287655" h="347979">
                  <a:moveTo>
                    <a:pt x="0" y="347803"/>
                  </a:moveTo>
                  <a:lnTo>
                    <a:pt x="287392" y="347803"/>
                  </a:lnTo>
                  <a:lnTo>
                    <a:pt x="287392" y="0"/>
                  </a:lnTo>
                  <a:lnTo>
                    <a:pt x="0" y="0"/>
                  </a:lnTo>
                </a:path>
              </a:pathLst>
            </a:custGeom>
            <a:ln w="19050">
              <a:solidFill>
                <a:srgbClr val="1F77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549439" y="8074654"/>
              <a:ext cx="176530" cy="347980"/>
            </a:xfrm>
            <a:custGeom>
              <a:avLst/>
              <a:gdLst/>
              <a:ahLst/>
              <a:cxnLst/>
              <a:rect l="l" t="t" r="r" b="b"/>
              <a:pathLst>
                <a:path w="176530" h="347979">
                  <a:moveTo>
                    <a:pt x="0" y="347803"/>
                  </a:moveTo>
                  <a:lnTo>
                    <a:pt x="175991" y="347803"/>
                  </a:lnTo>
                  <a:lnTo>
                    <a:pt x="175991" y="0"/>
                  </a:lnTo>
                  <a:lnTo>
                    <a:pt x="0" y="0"/>
                  </a:lnTo>
                </a:path>
              </a:pathLst>
            </a:custGeom>
            <a:ln w="19050">
              <a:solidFill>
                <a:srgbClr val="1F77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549439" y="7919208"/>
              <a:ext cx="176530" cy="347980"/>
            </a:xfrm>
            <a:custGeom>
              <a:avLst/>
              <a:gdLst/>
              <a:ahLst/>
              <a:cxnLst/>
              <a:rect l="l" t="t" r="r" b="b"/>
              <a:pathLst>
                <a:path w="176530" h="347979">
                  <a:moveTo>
                    <a:pt x="0" y="347803"/>
                  </a:moveTo>
                  <a:lnTo>
                    <a:pt x="176514" y="347803"/>
                  </a:lnTo>
                  <a:lnTo>
                    <a:pt x="176514" y="0"/>
                  </a:lnTo>
                  <a:lnTo>
                    <a:pt x="0" y="0"/>
                  </a:lnTo>
                </a:path>
              </a:pathLst>
            </a:custGeom>
            <a:ln w="19050">
              <a:solidFill>
                <a:srgbClr val="1F77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258679" y="7749621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79" h="347979">
                  <a:moveTo>
                    <a:pt x="0" y="347803"/>
                  </a:moveTo>
                  <a:lnTo>
                    <a:pt x="347803" y="347803"/>
                  </a:lnTo>
                  <a:lnTo>
                    <a:pt x="347803" y="0"/>
                  </a:lnTo>
                  <a:lnTo>
                    <a:pt x="0" y="0"/>
                  </a:lnTo>
                  <a:lnTo>
                    <a:pt x="0" y="347803"/>
                  </a:lnTo>
                  <a:close/>
                </a:path>
              </a:pathLst>
            </a:custGeom>
            <a:ln w="19050">
              <a:solidFill>
                <a:srgbClr val="1F77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926006" y="7735877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80" h="347979">
                  <a:moveTo>
                    <a:pt x="0" y="347803"/>
                  </a:moveTo>
                  <a:lnTo>
                    <a:pt x="347803" y="347803"/>
                  </a:lnTo>
                  <a:lnTo>
                    <a:pt x="347803" y="0"/>
                  </a:lnTo>
                  <a:lnTo>
                    <a:pt x="0" y="0"/>
                  </a:lnTo>
                  <a:lnTo>
                    <a:pt x="0" y="347803"/>
                  </a:lnTo>
                  <a:close/>
                </a:path>
              </a:pathLst>
            </a:custGeom>
            <a:ln w="19050">
              <a:solidFill>
                <a:srgbClr val="1F77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927312" y="7676232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80" h="347979">
                  <a:moveTo>
                    <a:pt x="0" y="347803"/>
                  </a:moveTo>
                  <a:lnTo>
                    <a:pt x="347803" y="347803"/>
                  </a:lnTo>
                  <a:lnTo>
                    <a:pt x="347803" y="0"/>
                  </a:lnTo>
                  <a:lnTo>
                    <a:pt x="0" y="0"/>
                  </a:lnTo>
                  <a:lnTo>
                    <a:pt x="0" y="347803"/>
                  </a:lnTo>
                  <a:close/>
                </a:path>
              </a:pathLst>
            </a:custGeom>
            <a:ln w="19050">
              <a:solidFill>
                <a:srgbClr val="1F77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872854" y="7456475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80" h="347979">
                  <a:moveTo>
                    <a:pt x="0" y="347803"/>
                  </a:moveTo>
                  <a:lnTo>
                    <a:pt x="347803" y="347803"/>
                  </a:lnTo>
                  <a:lnTo>
                    <a:pt x="347803" y="0"/>
                  </a:lnTo>
                  <a:lnTo>
                    <a:pt x="0" y="0"/>
                  </a:lnTo>
                  <a:lnTo>
                    <a:pt x="0" y="347803"/>
                  </a:lnTo>
                  <a:close/>
                </a:path>
              </a:pathLst>
            </a:custGeom>
            <a:ln w="19050">
              <a:solidFill>
                <a:srgbClr val="1F77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049673" y="7450736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79" h="347979">
                  <a:moveTo>
                    <a:pt x="0" y="347803"/>
                  </a:moveTo>
                  <a:lnTo>
                    <a:pt x="347803" y="347803"/>
                  </a:lnTo>
                  <a:lnTo>
                    <a:pt x="347803" y="0"/>
                  </a:lnTo>
                  <a:lnTo>
                    <a:pt x="0" y="0"/>
                  </a:lnTo>
                  <a:lnTo>
                    <a:pt x="0" y="347803"/>
                  </a:lnTo>
                  <a:close/>
                </a:path>
              </a:pathLst>
            </a:custGeom>
            <a:ln w="19050">
              <a:solidFill>
                <a:srgbClr val="1F77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797821" y="7355469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80" h="347979">
                  <a:moveTo>
                    <a:pt x="0" y="347803"/>
                  </a:moveTo>
                  <a:lnTo>
                    <a:pt x="347803" y="347803"/>
                  </a:lnTo>
                  <a:lnTo>
                    <a:pt x="347803" y="0"/>
                  </a:lnTo>
                  <a:lnTo>
                    <a:pt x="0" y="0"/>
                  </a:lnTo>
                  <a:lnTo>
                    <a:pt x="0" y="347803"/>
                  </a:lnTo>
                  <a:close/>
                </a:path>
              </a:pathLst>
            </a:custGeom>
            <a:ln w="19050">
              <a:solidFill>
                <a:srgbClr val="1F77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1549439" y="7343590"/>
              <a:ext cx="241300" cy="347980"/>
            </a:xfrm>
            <a:custGeom>
              <a:avLst/>
              <a:gdLst/>
              <a:ahLst/>
              <a:cxnLst/>
              <a:rect l="l" t="t" r="r" b="b"/>
              <a:pathLst>
                <a:path w="241300" h="347979">
                  <a:moveTo>
                    <a:pt x="0" y="347803"/>
                  </a:moveTo>
                  <a:lnTo>
                    <a:pt x="241201" y="347803"/>
                  </a:lnTo>
                  <a:lnTo>
                    <a:pt x="241201" y="0"/>
                  </a:lnTo>
                  <a:lnTo>
                    <a:pt x="0" y="0"/>
                  </a:lnTo>
                </a:path>
              </a:pathLst>
            </a:custGeom>
            <a:ln w="19050">
              <a:solidFill>
                <a:srgbClr val="1F77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963329" y="7319978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79" h="347979">
                  <a:moveTo>
                    <a:pt x="0" y="347803"/>
                  </a:moveTo>
                  <a:lnTo>
                    <a:pt x="347803" y="347803"/>
                  </a:lnTo>
                  <a:lnTo>
                    <a:pt x="347803" y="0"/>
                  </a:lnTo>
                  <a:lnTo>
                    <a:pt x="0" y="0"/>
                  </a:lnTo>
                  <a:lnTo>
                    <a:pt x="0" y="347803"/>
                  </a:lnTo>
                  <a:close/>
                </a:path>
              </a:pathLst>
            </a:custGeom>
            <a:ln w="19050">
              <a:solidFill>
                <a:srgbClr val="1F77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4649821" y="6871651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79" h="347979">
                  <a:moveTo>
                    <a:pt x="0" y="347803"/>
                  </a:moveTo>
                  <a:lnTo>
                    <a:pt x="347803" y="347803"/>
                  </a:lnTo>
                  <a:lnTo>
                    <a:pt x="347803" y="0"/>
                  </a:lnTo>
                  <a:lnTo>
                    <a:pt x="0" y="0"/>
                  </a:lnTo>
                  <a:lnTo>
                    <a:pt x="0" y="347803"/>
                  </a:lnTo>
                  <a:close/>
                </a:path>
              </a:pathLst>
            </a:custGeom>
            <a:ln w="19050">
              <a:solidFill>
                <a:srgbClr val="1F77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637723" y="6832019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80" h="347979">
                  <a:moveTo>
                    <a:pt x="0" y="347803"/>
                  </a:moveTo>
                  <a:lnTo>
                    <a:pt x="347803" y="347803"/>
                  </a:lnTo>
                  <a:lnTo>
                    <a:pt x="347803" y="0"/>
                  </a:lnTo>
                  <a:lnTo>
                    <a:pt x="0" y="0"/>
                  </a:lnTo>
                  <a:lnTo>
                    <a:pt x="0" y="347803"/>
                  </a:lnTo>
                  <a:close/>
                </a:path>
              </a:pathLst>
            </a:custGeom>
            <a:ln w="19050">
              <a:solidFill>
                <a:srgbClr val="1F77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4042659" y="6464689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79" h="347979">
                  <a:moveTo>
                    <a:pt x="0" y="347803"/>
                  </a:moveTo>
                  <a:lnTo>
                    <a:pt x="347803" y="347803"/>
                  </a:lnTo>
                  <a:lnTo>
                    <a:pt x="347803" y="0"/>
                  </a:lnTo>
                  <a:lnTo>
                    <a:pt x="0" y="0"/>
                  </a:lnTo>
                  <a:lnTo>
                    <a:pt x="0" y="347803"/>
                  </a:lnTo>
                  <a:close/>
                </a:path>
              </a:pathLst>
            </a:custGeom>
            <a:ln w="19050">
              <a:solidFill>
                <a:srgbClr val="1F77B3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7" name="object 47"/>
            <p:cNvSpPr/>
            <p:nvPr/>
          </p:nvSpPr>
          <p:spPr>
            <a:xfrm>
              <a:off x="2161921" y="7136643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80" h="347979">
                  <a:moveTo>
                    <a:pt x="0" y="173901"/>
                  </a:moveTo>
                  <a:lnTo>
                    <a:pt x="347803" y="173901"/>
                  </a:lnTo>
                </a:path>
                <a:path w="347980" h="347979">
                  <a:moveTo>
                    <a:pt x="173901" y="347803"/>
                  </a:moveTo>
                  <a:lnTo>
                    <a:pt x="173901" y="0"/>
                  </a:lnTo>
                </a:path>
              </a:pathLst>
            </a:custGeom>
            <a:ln w="19050">
              <a:solidFill>
                <a:srgbClr val="FF7F0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1549440" y="6576233"/>
              <a:ext cx="270510" cy="347980"/>
            </a:xfrm>
            <a:custGeom>
              <a:avLst/>
              <a:gdLst/>
              <a:ahLst/>
              <a:cxnLst/>
              <a:rect l="l" t="t" r="r" b="b"/>
              <a:pathLst>
                <a:path w="270510" h="347979">
                  <a:moveTo>
                    <a:pt x="0" y="173901"/>
                  </a:moveTo>
                  <a:lnTo>
                    <a:pt x="270044" y="173901"/>
                  </a:lnTo>
                </a:path>
                <a:path w="270510" h="347979">
                  <a:moveTo>
                    <a:pt x="96142" y="347803"/>
                  </a:moveTo>
                  <a:lnTo>
                    <a:pt x="96142" y="0"/>
                  </a:lnTo>
                </a:path>
              </a:pathLst>
            </a:custGeom>
            <a:ln w="19050">
              <a:solidFill>
                <a:srgbClr val="FF7F0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5377213" y="6192094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79" h="347979">
                  <a:moveTo>
                    <a:pt x="0" y="173901"/>
                  </a:moveTo>
                  <a:lnTo>
                    <a:pt x="347803" y="173901"/>
                  </a:lnTo>
                </a:path>
                <a:path w="347979" h="347979">
                  <a:moveTo>
                    <a:pt x="173901" y="347803"/>
                  </a:moveTo>
                  <a:lnTo>
                    <a:pt x="173901" y="0"/>
                  </a:lnTo>
                </a:path>
              </a:pathLst>
            </a:custGeom>
            <a:ln w="19050">
              <a:solidFill>
                <a:srgbClr val="FF7F0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5612606" y="6019035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79" h="347979">
                  <a:moveTo>
                    <a:pt x="0" y="173901"/>
                  </a:moveTo>
                  <a:lnTo>
                    <a:pt x="347803" y="173901"/>
                  </a:lnTo>
                </a:path>
                <a:path w="347979" h="347979">
                  <a:moveTo>
                    <a:pt x="173901" y="347803"/>
                  </a:moveTo>
                  <a:lnTo>
                    <a:pt x="173901" y="0"/>
                  </a:lnTo>
                </a:path>
              </a:pathLst>
            </a:custGeom>
            <a:ln w="19050">
              <a:solidFill>
                <a:srgbClr val="FF7F0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1549439" y="5268894"/>
              <a:ext cx="186690" cy="347980"/>
            </a:xfrm>
            <a:custGeom>
              <a:avLst/>
              <a:gdLst/>
              <a:ahLst/>
              <a:cxnLst/>
              <a:rect l="l" t="t" r="r" b="b"/>
              <a:pathLst>
                <a:path w="186689" h="347979">
                  <a:moveTo>
                    <a:pt x="0" y="173901"/>
                  </a:moveTo>
                  <a:lnTo>
                    <a:pt x="186442" y="173901"/>
                  </a:lnTo>
                </a:path>
                <a:path w="186689" h="347979">
                  <a:moveTo>
                    <a:pt x="12540" y="347803"/>
                  </a:moveTo>
                  <a:lnTo>
                    <a:pt x="12540" y="0"/>
                  </a:lnTo>
                </a:path>
              </a:pathLst>
            </a:custGeom>
            <a:ln w="19050">
              <a:solidFill>
                <a:srgbClr val="FF7F0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4091567" y="5141466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79" h="347979">
                  <a:moveTo>
                    <a:pt x="0" y="173901"/>
                  </a:moveTo>
                  <a:lnTo>
                    <a:pt x="347803" y="173901"/>
                  </a:lnTo>
                </a:path>
                <a:path w="347979" h="347979">
                  <a:moveTo>
                    <a:pt x="173901" y="347803"/>
                  </a:moveTo>
                  <a:lnTo>
                    <a:pt x="173901" y="0"/>
                  </a:lnTo>
                </a:path>
              </a:pathLst>
            </a:custGeom>
            <a:ln w="19050">
              <a:solidFill>
                <a:srgbClr val="FF7F0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619423" y="5041519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79" h="347979">
                  <a:moveTo>
                    <a:pt x="0" y="173901"/>
                  </a:moveTo>
                  <a:lnTo>
                    <a:pt x="347803" y="173901"/>
                  </a:lnTo>
                </a:path>
                <a:path w="347979" h="347979">
                  <a:moveTo>
                    <a:pt x="173901" y="347803"/>
                  </a:moveTo>
                  <a:lnTo>
                    <a:pt x="173901" y="0"/>
                  </a:lnTo>
                </a:path>
              </a:pathLst>
            </a:custGeom>
            <a:ln w="19050">
              <a:solidFill>
                <a:srgbClr val="FF7F0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1549439" y="4959074"/>
              <a:ext cx="189865" cy="347980"/>
            </a:xfrm>
            <a:custGeom>
              <a:avLst/>
              <a:gdLst/>
              <a:ahLst/>
              <a:cxnLst/>
              <a:rect l="l" t="t" r="r" b="b"/>
              <a:pathLst>
                <a:path w="189864" h="347979">
                  <a:moveTo>
                    <a:pt x="0" y="173901"/>
                  </a:moveTo>
                  <a:lnTo>
                    <a:pt x="189577" y="173901"/>
                  </a:lnTo>
                </a:path>
                <a:path w="189864" h="347979">
                  <a:moveTo>
                    <a:pt x="15675" y="347803"/>
                  </a:moveTo>
                  <a:lnTo>
                    <a:pt x="15675" y="0"/>
                  </a:lnTo>
                </a:path>
              </a:pathLst>
            </a:custGeom>
            <a:ln w="19050">
              <a:solidFill>
                <a:srgbClr val="FF7F0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789019" y="4865399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79" h="347979">
                  <a:moveTo>
                    <a:pt x="0" y="173901"/>
                  </a:moveTo>
                  <a:lnTo>
                    <a:pt x="347803" y="173901"/>
                  </a:lnTo>
                </a:path>
                <a:path w="347979" h="347979">
                  <a:moveTo>
                    <a:pt x="173901" y="347803"/>
                  </a:moveTo>
                  <a:lnTo>
                    <a:pt x="173901" y="0"/>
                  </a:lnTo>
                </a:path>
              </a:pathLst>
            </a:custGeom>
            <a:ln w="19050">
              <a:solidFill>
                <a:srgbClr val="FF7F0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682008" y="4273505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79" h="347979">
                  <a:moveTo>
                    <a:pt x="0" y="173901"/>
                  </a:moveTo>
                  <a:lnTo>
                    <a:pt x="347803" y="173901"/>
                  </a:lnTo>
                </a:path>
                <a:path w="347979" h="347979">
                  <a:moveTo>
                    <a:pt x="173901" y="347803"/>
                  </a:moveTo>
                  <a:lnTo>
                    <a:pt x="173901" y="0"/>
                  </a:lnTo>
                </a:path>
              </a:pathLst>
            </a:custGeom>
            <a:ln w="19050">
              <a:solidFill>
                <a:srgbClr val="FF7F0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1549439" y="4209323"/>
              <a:ext cx="188595" cy="347980"/>
            </a:xfrm>
            <a:custGeom>
              <a:avLst/>
              <a:gdLst/>
              <a:ahLst/>
              <a:cxnLst/>
              <a:rect l="l" t="t" r="r" b="b"/>
              <a:pathLst>
                <a:path w="188594" h="347979">
                  <a:moveTo>
                    <a:pt x="0" y="173901"/>
                  </a:moveTo>
                  <a:lnTo>
                    <a:pt x="188009" y="173901"/>
                  </a:lnTo>
                </a:path>
                <a:path w="188594" h="347979">
                  <a:moveTo>
                    <a:pt x="14107" y="347803"/>
                  </a:moveTo>
                  <a:lnTo>
                    <a:pt x="14107" y="0"/>
                  </a:lnTo>
                </a:path>
              </a:pathLst>
            </a:custGeom>
            <a:ln w="19050">
              <a:solidFill>
                <a:srgbClr val="FF7F0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1549439" y="8074654"/>
              <a:ext cx="167640" cy="314960"/>
            </a:xfrm>
            <a:custGeom>
              <a:avLst/>
              <a:gdLst/>
              <a:ahLst/>
              <a:cxnLst/>
              <a:rect l="l" t="t" r="r" b="b"/>
              <a:pathLst>
                <a:path w="167639" h="314959">
                  <a:moveTo>
                    <a:pt x="0" y="314591"/>
                  </a:moveTo>
                  <a:lnTo>
                    <a:pt x="104307" y="314591"/>
                  </a:lnTo>
                  <a:lnTo>
                    <a:pt x="167480" y="120163"/>
                  </a:lnTo>
                  <a:lnTo>
                    <a:pt x="2090" y="0"/>
                  </a:lnTo>
                  <a:lnTo>
                    <a:pt x="0" y="1518"/>
                  </a:lnTo>
                </a:path>
              </a:pathLst>
            </a:custGeom>
            <a:ln w="19050">
              <a:solidFill>
                <a:srgbClr val="2BA0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1549439" y="7809795"/>
              <a:ext cx="168275" cy="314960"/>
            </a:xfrm>
            <a:custGeom>
              <a:avLst/>
              <a:gdLst/>
              <a:ahLst/>
              <a:cxnLst/>
              <a:rect l="l" t="t" r="r" b="b"/>
              <a:pathLst>
                <a:path w="168275" h="314959">
                  <a:moveTo>
                    <a:pt x="0" y="314591"/>
                  </a:moveTo>
                  <a:lnTo>
                    <a:pt x="104829" y="314591"/>
                  </a:lnTo>
                  <a:lnTo>
                    <a:pt x="168003" y="120163"/>
                  </a:lnTo>
                  <a:lnTo>
                    <a:pt x="2612" y="0"/>
                  </a:lnTo>
                  <a:lnTo>
                    <a:pt x="0" y="1898"/>
                  </a:lnTo>
                </a:path>
              </a:pathLst>
            </a:custGeom>
            <a:ln w="19050">
              <a:solidFill>
                <a:srgbClr val="2BA0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1549439" y="7544936"/>
              <a:ext cx="168910" cy="314960"/>
            </a:xfrm>
            <a:custGeom>
              <a:avLst/>
              <a:gdLst/>
              <a:ahLst/>
              <a:cxnLst/>
              <a:rect l="l" t="t" r="r" b="b"/>
              <a:pathLst>
                <a:path w="168910" h="314959">
                  <a:moveTo>
                    <a:pt x="0" y="314591"/>
                  </a:moveTo>
                  <a:lnTo>
                    <a:pt x="105352" y="314591"/>
                  </a:lnTo>
                  <a:lnTo>
                    <a:pt x="168525" y="120163"/>
                  </a:lnTo>
                  <a:lnTo>
                    <a:pt x="3135" y="0"/>
                  </a:lnTo>
                  <a:lnTo>
                    <a:pt x="0" y="2277"/>
                  </a:lnTo>
                </a:path>
              </a:pathLst>
            </a:custGeom>
            <a:ln w="19050">
              <a:solidFill>
                <a:srgbClr val="2BA0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1549440" y="7280078"/>
              <a:ext cx="169545" cy="314960"/>
            </a:xfrm>
            <a:custGeom>
              <a:avLst/>
              <a:gdLst/>
              <a:ahLst/>
              <a:cxnLst/>
              <a:rect l="l" t="t" r="r" b="b"/>
              <a:pathLst>
                <a:path w="169544" h="314959">
                  <a:moveTo>
                    <a:pt x="0" y="314591"/>
                  </a:moveTo>
                  <a:lnTo>
                    <a:pt x="105874" y="314591"/>
                  </a:lnTo>
                  <a:lnTo>
                    <a:pt x="169048" y="120163"/>
                  </a:lnTo>
                  <a:lnTo>
                    <a:pt x="3657" y="0"/>
                  </a:lnTo>
                  <a:lnTo>
                    <a:pt x="0" y="2657"/>
                  </a:lnTo>
                </a:path>
              </a:pathLst>
            </a:custGeom>
            <a:ln w="19050">
              <a:solidFill>
                <a:srgbClr val="2BA0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1549440" y="7015218"/>
              <a:ext cx="170180" cy="314960"/>
            </a:xfrm>
            <a:custGeom>
              <a:avLst/>
              <a:gdLst/>
              <a:ahLst/>
              <a:cxnLst/>
              <a:rect l="l" t="t" r="r" b="b"/>
              <a:pathLst>
                <a:path w="170180" h="314959">
                  <a:moveTo>
                    <a:pt x="0" y="314591"/>
                  </a:moveTo>
                  <a:lnTo>
                    <a:pt x="106397" y="314591"/>
                  </a:lnTo>
                  <a:lnTo>
                    <a:pt x="169570" y="120163"/>
                  </a:lnTo>
                  <a:lnTo>
                    <a:pt x="4180" y="0"/>
                  </a:lnTo>
                  <a:lnTo>
                    <a:pt x="0" y="3037"/>
                  </a:lnTo>
                </a:path>
              </a:pathLst>
            </a:custGeom>
            <a:ln w="19050">
              <a:solidFill>
                <a:srgbClr val="2BA0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1549439" y="6750359"/>
              <a:ext cx="170180" cy="314960"/>
            </a:xfrm>
            <a:custGeom>
              <a:avLst/>
              <a:gdLst/>
              <a:ahLst/>
              <a:cxnLst/>
              <a:rect l="l" t="t" r="r" b="b"/>
              <a:pathLst>
                <a:path w="170180" h="314959">
                  <a:moveTo>
                    <a:pt x="0" y="314591"/>
                  </a:moveTo>
                  <a:lnTo>
                    <a:pt x="106919" y="314591"/>
                  </a:lnTo>
                  <a:lnTo>
                    <a:pt x="170093" y="120163"/>
                  </a:lnTo>
                  <a:lnTo>
                    <a:pt x="4702" y="0"/>
                  </a:lnTo>
                  <a:lnTo>
                    <a:pt x="0" y="3416"/>
                  </a:lnTo>
                </a:path>
              </a:pathLst>
            </a:custGeom>
            <a:ln w="19050">
              <a:solidFill>
                <a:srgbClr val="2BA0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1549439" y="6485501"/>
              <a:ext cx="170815" cy="314960"/>
            </a:xfrm>
            <a:custGeom>
              <a:avLst/>
              <a:gdLst/>
              <a:ahLst/>
              <a:cxnLst/>
              <a:rect l="l" t="t" r="r" b="b"/>
              <a:pathLst>
                <a:path w="170814" h="314959">
                  <a:moveTo>
                    <a:pt x="0" y="314591"/>
                  </a:moveTo>
                  <a:lnTo>
                    <a:pt x="107442" y="314591"/>
                  </a:lnTo>
                  <a:lnTo>
                    <a:pt x="170615" y="120163"/>
                  </a:lnTo>
                  <a:lnTo>
                    <a:pt x="5225" y="0"/>
                  </a:lnTo>
                  <a:lnTo>
                    <a:pt x="0" y="3796"/>
                  </a:lnTo>
                </a:path>
              </a:pathLst>
            </a:custGeom>
            <a:ln w="19050">
              <a:solidFill>
                <a:srgbClr val="2BA0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1549439" y="6220642"/>
              <a:ext cx="171450" cy="314960"/>
            </a:xfrm>
            <a:custGeom>
              <a:avLst/>
              <a:gdLst/>
              <a:ahLst/>
              <a:cxnLst/>
              <a:rect l="l" t="t" r="r" b="b"/>
              <a:pathLst>
                <a:path w="171450" h="314959">
                  <a:moveTo>
                    <a:pt x="0" y="314591"/>
                  </a:moveTo>
                  <a:lnTo>
                    <a:pt x="107964" y="314591"/>
                  </a:lnTo>
                  <a:lnTo>
                    <a:pt x="171138" y="120163"/>
                  </a:lnTo>
                  <a:lnTo>
                    <a:pt x="5747" y="0"/>
                  </a:lnTo>
                  <a:lnTo>
                    <a:pt x="0" y="4175"/>
                  </a:lnTo>
                </a:path>
              </a:pathLst>
            </a:custGeom>
            <a:ln w="19050">
              <a:solidFill>
                <a:srgbClr val="2BA0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1549439" y="5955783"/>
              <a:ext cx="172085" cy="314960"/>
            </a:xfrm>
            <a:custGeom>
              <a:avLst/>
              <a:gdLst/>
              <a:ahLst/>
              <a:cxnLst/>
              <a:rect l="l" t="t" r="r" b="b"/>
              <a:pathLst>
                <a:path w="172085" h="314960">
                  <a:moveTo>
                    <a:pt x="0" y="314591"/>
                  </a:moveTo>
                  <a:lnTo>
                    <a:pt x="108487" y="314591"/>
                  </a:lnTo>
                  <a:lnTo>
                    <a:pt x="171660" y="120163"/>
                  </a:lnTo>
                  <a:lnTo>
                    <a:pt x="6270" y="0"/>
                  </a:lnTo>
                  <a:lnTo>
                    <a:pt x="0" y="4555"/>
                  </a:lnTo>
                </a:path>
              </a:pathLst>
            </a:custGeom>
            <a:ln w="19049">
              <a:solidFill>
                <a:srgbClr val="2BA0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1549439" y="5690923"/>
              <a:ext cx="172720" cy="314960"/>
            </a:xfrm>
            <a:custGeom>
              <a:avLst/>
              <a:gdLst/>
              <a:ahLst/>
              <a:cxnLst/>
              <a:rect l="l" t="t" r="r" b="b"/>
              <a:pathLst>
                <a:path w="172719" h="314960">
                  <a:moveTo>
                    <a:pt x="0" y="314591"/>
                  </a:moveTo>
                  <a:lnTo>
                    <a:pt x="109009" y="314591"/>
                  </a:lnTo>
                  <a:lnTo>
                    <a:pt x="172183" y="120163"/>
                  </a:lnTo>
                  <a:lnTo>
                    <a:pt x="6792" y="0"/>
                  </a:lnTo>
                  <a:lnTo>
                    <a:pt x="0" y="4935"/>
                  </a:lnTo>
                </a:path>
              </a:pathLst>
            </a:custGeom>
            <a:ln w="19050">
              <a:solidFill>
                <a:srgbClr val="2BA0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1549439" y="5426065"/>
              <a:ext cx="172720" cy="314960"/>
            </a:xfrm>
            <a:custGeom>
              <a:avLst/>
              <a:gdLst/>
              <a:ahLst/>
              <a:cxnLst/>
              <a:rect l="l" t="t" r="r" b="b"/>
              <a:pathLst>
                <a:path w="172719" h="314960">
                  <a:moveTo>
                    <a:pt x="0" y="314591"/>
                  </a:moveTo>
                  <a:lnTo>
                    <a:pt x="109532" y="314591"/>
                  </a:lnTo>
                  <a:lnTo>
                    <a:pt x="172705" y="120163"/>
                  </a:lnTo>
                  <a:lnTo>
                    <a:pt x="7315" y="0"/>
                  </a:lnTo>
                  <a:lnTo>
                    <a:pt x="0" y="5314"/>
                  </a:lnTo>
                </a:path>
              </a:pathLst>
            </a:custGeom>
            <a:ln w="19050">
              <a:solidFill>
                <a:srgbClr val="2BA0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1549439" y="8074654"/>
              <a:ext cx="287655" cy="347980"/>
            </a:xfrm>
            <a:custGeom>
              <a:avLst/>
              <a:gdLst/>
              <a:ahLst/>
              <a:cxnLst/>
              <a:rect l="l" t="t" r="r" b="b"/>
              <a:pathLst>
                <a:path w="287655" h="347979">
                  <a:moveTo>
                    <a:pt x="0" y="347803"/>
                  </a:moveTo>
                  <a:lnTo>
                    <a:pt x="287392" y="347803"/>
                  </a:lnTo>
                  <a:lnTo>
                    <a:pt x="113490" y="0"/>
                  </a:lnTo>
                  <a:lnTo>
                    <a:pt x="0" y="226980"/>
                  </a:lnTo>
                </a:path>
              </a:pathLst>
            </a:custGeom>
            <a:ln w="19050">
              <a:solidFill>
                <a:srgbClr val="D627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1549439" y="7809795"/>
              <a:ext cx="176530" cy="347980"/>
            </a:xfrm>
            <a:custGeom>
              <a:avLst/>
              <a:gdLst/>
              <a:ahLst/>
              <a:cxnLst/>
              <a:rect l="l" t="t" r="r" b="b"/>
              <a:pathLst>
                <a:path w="176530" h="347979">
                  <a:moveTo>
                    <a:pt x="0" y="347803"/>
                  </a:moveTo>
                  <a:lnTo>
                    <a:pt x="176514" y="347803"/>
                  </a:lnTo>
                  <a:lnTo>
                    <a:pt x="2612" y="0"/>
                  </a:lnTo>
                  <a:lnTo>
                    <a:pt x="0" y="5225"/>
                  </a:lnTo>
                </a:path>
              </a:pathLst>
            </a:custGeom>
            <a:ln w="19050">
              <a:solidFill>
                <a:srgbClr val="D627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2320243" y="7745352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80" h="347979">
                  <a:moveTo>
                    <a:pt x="173901" y="0"/>
                  </a:moveTo>
                  <a:lnTo>
                    <a:pt x="0" y="347803"/>
                  </a:lnTo>
                  <a:lnTo>
                    <a:pt x="347803" y="347803"/>
                  </a:lnTo>
                  <a:lnTo>
                    <a:pt x="173901" y="0"/>
                  </a:lnTo>
                  <a:close/>
                </a:path>
              </a:pathLst>
            </a:custGeom>
            <a:ln w="19050">
              <a:solidFill>
                <a:srgbClr val="D627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2004645" y="7536132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80" h="347979">
                  <a:moveTo>
                    <a:pt x="173901" y="0"/>
                  </a:moveTo>
                  <a:lnTo>
                    <a:pt x="0" y="347803"/>
                  </a:lnTo>
                  <a:lnTo>
                    <a:pt x="347803" y="347803"/>
                  </a:lnTo>
                  <a:lnTo>
                    <a:pt x="173901" y="0"/>
                  </a:lnTo>
                  <a:close/>
                </a:path>
              </a:pathLst>
            </a:custGeom>
            <a:ln w="19050">
              <a:solidFill>
                <a:srgbClr val="D627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2019275" y="7433256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80" h="347979">
                  <a:moveTo>
                    <a:pt x="173901" y="0"/>
                  </a:moveTo>
                  <a:lnTo>
                    <a:pt x="0" y="347803"/>
                  </a:lnTo>
                  <a:lnTo>
                    <a:pt x="347803" y="347803"/>
                  </a:lnTo>
                  <a:lnTo>
                    <a:pt x="173901" y="0"/>
                  </a:lnTo>
                  <a:close/>
                </a:path>
              </a:pathLst>
            </a:custGeom>
            <a:ln w="19050">
              <a:solidFill>
                <a:srgbClr val="D627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1549440" y="7433256"/>
              <a:ext cx="177800" cy="347980"/>
            </a:xfrm>
            <a:custGeom>
              <a:avLst/>
              <a:gdLst/>
              <a:ahLst/>
              <a:cxnLst/>
              <a:rect l="l" t="t" r="r" b="b"/>
              <a:pathLst>
                <a:path w="177800" h="347979">
                  <a:moveTo>
                    <a:pt x="0" y="347803"/>
                  </a:moveTo>
                  <a:lnTo>
                    <a:pt x="177559" y="347803"/>
                  </a:lnTo>
                  <a:lnTo>
                    <a:pt x="3657" y="0"/>
                  </a:lnTo>
                  <a:lnTo>
                    <a:pt x="0" y="7315"/>
                  </a:lnTo>
                </a:path>
              </a:pathLst>
            </a:custGeom>
            <a:ln w="19049">
              <a:solidFill>
                <a:srgbClr val="D627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2797821" y="7355469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80" h="347979">
                  <a:moveTo>
                    <a:pt x="173901" y="0"/>
                  </a:moveTo>
                  <a:lnTo>
                    <a:pt x="0" y="347803"/>
                  </a:lnTo>
                  <a:lnTo>
                    <a:pt x="347803" y="347803"/>
                  </a:lnTo>
                  <a:lnTo>
                    <a:pt x="173901" y="0"/>
                  </a:lnTo>
                  <a:close/>
                </a:path>
              </a:pathLst>
            </a:custGeom>
            <a:ln w="19050">
              <a:solidFill>
                <a:srgbClr val="D627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2083283" y="7336387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80" h="347979">
                  <a:moveTo>
                    <a:pt x="173901" y="0"/>
                  </a:moveTo>
                  <a:lnTo>
                    <a:pt x="0" y="347803"/>
                  </a:lnTo>
                  <a:lnTo>
                    <a:pt x="347803" y="347803"/>
                  </a:lnTo>
                  <a:lnTo>
                    <a:pt x="173901" y="0"/>
                  </a:lnTo>
                  <a:close/>
                </a:path>
              </a:pathLst>
            </a:custGeom>
            <a:ln w="19050">
              <a:solidFill>
                <a:srgbClr val="D627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1574145" y="7280077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80" h="347979">
                  <a:moveTo>
                    <a:pt x="173901" y="0"/>
                  </a:moveTo>
                  <a:lnTo>
                    <a:pt x="0" y="347803"/>
                  </a:lnTo>
                  <a:lnTo>
                    <a:pt x="347803" y="347803"/>
                  </a:lnTo>
                  <a:lnTo>
                    <a:pt x="173901" y="0"/>
                  </a:lnTo>
                  <a:close/>
                </a:path>
              </a:pathLst>
            </a:custGeom>
            <a:ln w="19050">
              <a:solidFill>
                <a:srgbClr val="D627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4435642" y="6884328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79" h="347979">
                  <a:moveTo>
                    <a:pt x="173901" y="0"/>
                  </a:moveTo>
                  <a:lnTo>
                    <a:pt x="0" y="347803"/>
                  </a:lnTo>
                  <a:lnTo>
                    <a:pt x="347803" y="347803"/>
                  </a:lnTo>
                  <a:lnTo>
                    <a:pt x="173901" y="0"/>
                  </a:lnTo>
                  <a:close/>
                </a:path>
              </a:pathLst>
            </a:custGeom>
            <a:ln w="19050">
              <a:solidFill>
                <a:srgbClr val="D627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4649821" y="6871651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79" h="347979">
                  <a:moveTo>
                    <a:pt x="173901" y="0"/>
                  </a:moveTo>
                  <a:lnTo>
                    <a:pt x="0" y="347803"/>
                  </a:lnTo>
                  <a:lnTo>
                    <a:pt x="347803" y="347803"/>
                  </a:lnTo>
                  <a:lnTo>
                    <a:pt x="173901" y="0"/>
                  </a:lnTo>
                  <a:close/>
                </a:path>
              </a:pathLst>
            </a:custGeom>
            <a:ln w="19050">
              <a:solidFill>
                <a:srgbClr val="D627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3886741" y="6609059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79" h="347979">
                  <a:moveTo>
                    <a:pt x="173901" y="0"/>
                  </a:moveTo>
                  <a:lnTo>
                    <a:pt x="0" y="347803"/>
                  </a:lnTo>
                  <a:lnTo>
                    <a:pt x="347803" y="347803"/>
                  </a:lnTo>
                  <a:lnTo>
                    <a:pt x="173901" y="0"/>
                  </a:lnTo>
                  <a:close/>
                </a:path>
              </a:pathLst>
            </a:custGeom>
            <a:ln w="19050">
              <a:solidFill>
                <a:srgbClr val="D627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2397836" y="6537408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80" h="347979">
                  <a:moveTo>
                    <a:pt x="173901" y="0"/>
                  </a:moveTo>
                  <a:lnTo>
                    <a:pt x="0" y="347803"/>
                  </a:lnTo>
                  <a:lnTo>
                    <a:pt x="347803" y="347803"/>
                  </a:lnTo>
                  <a:lnTo>
                    <a:pt x="173901" y="0"/>
                  </a:lnTo>
                  <a:close/>
                </a:path>
              </a:pathLst>
            </a:custGeom>
            <a:ln w="19050">
              <a:solidFill>
                <a:srgbClr val="D627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3508963" y="6466158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79" h="347979">
                  <a:moveTo>
                    <a:pt x="173901" y="0"/>
                  </a:moveTo>
                  <a:lnTo>
                    <a:pt x="0" y="347803"/>
                  </a:lnTo>
                  <a:lnTo>
                    <a:pt x="347803" y="347803"/>
                  </a:lnTo>
                  <a:lnTo>
                    <a:pt x="173901" y="0"/>
                  </a:lnTo>
                  <a:close/>
                </a:path>
              </a:pathLst>
            </a:custGeom>
            <a:ln w="19050">
              <a:solidFill>
                <a:srgbClr val="D627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5141820" y="6365152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79" h="347979">
                  <a:moveTo>
                    <a:pt x="173901" y="0"/>
                  </a:moveTo>
                  <a:lnTo>
                    <a:pt x="0" y="347803"/>
                  </a:lnTo>
                  <a:lnTo>
                    <a:pt x="347803" y="347803"/>
                  </a:lnTo>
                  <a:lnTo>
                    <a:pt x="173901" y="0"/>
                  </a:lnTo>
                  <a:close/>
                </a:path>
                <a:path w="347979" h="347979">
                  <a:moveTo>
                    <a:pt x="173901" y="0"/>
                  </a:moveTo>
                  <a:lnTo>
                    <a:pt x="0" y="347803"/>
                  </a:lnTo>
                  <a:lnTo>
                    <a:pt x="347803" y="347803"/>
                  </a:lnTo>
                  <a:lnTo>
                    <a:pt x="173901" y="0"/>
                  </a:lnTo>
                  <a:close/>
                </a:path>
              </a:pathLst>
            </a:custGeom>
            <a:ln w="19050">
              <a:solidFill>
                <a:srgbClr val="D627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3264949" y="6356613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79" h="347979">
                  <a:moveTo>
                    <a:pt x="173901" y="0"/>
                  </a:moveTo>
                  <a:lnTo>
                    <a:pt x="0" y="347803"/>
                  </a:lnTo>
                  <a:lnTo>
                    <a:pt x="347803" y="347803"/>
                  </a:lnTo>
                  <a:lnTo>
                    <a:pt x="173901" y="0"/>
                  </a:lnTo>
                  <a:close/>
                </a:path>
              </a:pathLst>
            </a:custGeom>
            <a:ln w="19050">
              <a:solidFill>
                <a:srgbClr val="D627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2918208" y="6320448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79" h="347979">
                  <a:moveTo>
                    <a:pt x="173901" y="0"/>
                  </a:moveTo>
                  <a:lnTo>
                    <a:pt x="0" y="347803"/>
                  </a:lnTo>
                  <a:lnTo>
                    <a:pt x="347803" y="347803"/>
                  </a:lnTo>
                  <a:lnTo>
                    <a:pt x="173901" y="0"/>
                  </a:lnTo>
                  <a:close/>
                </a:path>
              </a:pathLst>
            </a:custGeom>
            <a:ln w="19050">
              <a:solidFill>
                <a:srgbClr val="D627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3793420" y="6110434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79" h="347979">
                  <a:moveTo>
                    <a:pt x="173901" y="0"/>
                  </a:moveTo>
                  <a:lnTo>
                    <a:pt x="0" y="347803"/>
                  </a:lnTo>
                  <a:lnTo>
                    <a:pt x="347803" y="347803"/>
                  </a:lnTo>
                  <a:lnTo>
                    <a:pt x="173901" y="0"/>
                  </a:lnTo>
                  <a:close/>
                </a:path>
              </a:pathLst>
            </a:custGeom>
            <a:ln w="19050">
              <a:solidFill>
                <a:srgbClr val="D627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2012034" y="8020503"/>
              <a:ext cx="492125" cy="492125"/>
            </a:xfrm>
            <a:custGeom>
              <a:avLst/>
              <a:gdLst/>
              <a:ahLst/>
              <a:cxnLst/>
              <a:rect l="l" t="t" r="r" b="b"/>
              <a:pathLst>
                <a:path w="492125" h="492125">
                  <a:moveTo>
                    <a:pt x="245934" y="491868"/>
                  </a:moveTo>
                  <a:lnTo>
                    <a:pt x="491868" y="245934"/>
                  </a:lnTo>
                  <a:lnTo>
                    <a:pt x="245934" y="0"/>
                  </a:lnTo>
                  <a:lnTo>
                    <a:pt x="0" y="245934"/>
                  </a:lnTo>
                  <a:lnTo>
                    <a:pt x="245934" y="491868"/>
                  </a:lnTo>
                  <a:close/>
                </a:path>
              </a:pathLst>
            </a:custGeom>
            <a:ln w="19050">
              <a:solidFill>
                <a:srgbClr val="9466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2130122" y="7846911"/>
              <a:ext cx="492125" cy="492125"/>
            </a:xfrm>
            <a:custGeom>
              <a:avLst/>
              <a:gdLst/>
              <a:ahLst/>
              <a:cxnLst/>
              <a:rect l="l" t="t" r="r" b="b"/>
              <a:pathLst>
                <a:path w="492125" h="492125">
                  <a:moveTo>
                    <a:pt x="245934" y="491868"/>
                  </a:moveTo>
                  <a:lnTo>
                    <a:pt x="491868" y="245934"/>
                  </a:lnTo>
                  <a:lnTo>
                    <a:pt x="245934" y="0"/>
                  </a:lnTo>
                  <a:lnTo>
                    <a:pt x="0" y="245934"/>
                  </a:lnTo>
                  <a:lnTo>
                    <a:pt x="245934" y="491868"/>
                  </a:lnTo>
                  <a:close/>
                </a:path>
              </a:pathLst>
            </a:custGeom>
            <a:ln w="19050">
              <a:solidFill>
                <a:srgbClr val="9466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2248211" y="7673319"/>
              <a:ext cx="492125" cy="492125"/>
            </a:xfrm>
            <a:custGeom>
              <a:avLst/>
              <a:gdLst/>
              <a:ahLst/>
              <a:cxnLst/>
              <a:rect l="l" t="t" r="r" b="b"/>
              <a:pathLst>
                <a:path w="492125" h="492125">
                  <a:moveTo>
                    <a:pt x="245934" y="491868"/>
                  </a:moveTo>
                  <a:lnTo>
                    <a:pt x="491868" y="245934"/>
                  </a:lnTo>
                  <a:lnTo>
                    <a:pt x="245934" y="0"/>
                  </a:lnTo>
                  <a:lnTo>
                    <a:pt x="0" y="245934"/>
                  </a:lnTo>
                  <a:lnTo>
                    <a:pt x="245934" y="491868"/>
                  </a:lnTo>
                  <a:close/>
                </a:path>
              </a:pathLst>
            </a:custGeom>
            <a:ln w="19050">
              <a:solidFill>
                <a:srgbClr val="9466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2366299" y="7499727"/>
              <a:ext cx="492125" cy="492125"/>
            </a:xfrm>
            <a:custGeom>
              <a:avLst/>
              <a:gdLst/>
              <a:ahLst/>
              <a:cxnLst/>
              <a:rect l="l" t="t" r="r" b="b"/>
              <a:pathLst>
                <a:path w="492125" h="492125">
                  <a:moveTo>
                    <a:pt x="245934" y="491868"/>
                  </a:moveTo>
                  <a:lnTo>
                    <a:pt x="491868" y="245934"/>
                  </a:lnTo>
                  <a:lnTo>
                    <a:pt x="245934" y="0"/>
                  </a:lnTo>
                  <a:lnTo>
                    <a:pt x="0" y="245934"/>
                  </a:lnTo>
                  <a:lnTo>
                    <a:pt x="245934" y="491868"/>
                  </a:lnTo>
                  <a:close/>
                </a:path>
              </a:pathLst>
            </a:custGeom>
            <a:ln w="19050">
              <a:solidFill>
                <a:srgbClr val="9466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3657432" y="7331471"/>
              <a:ext cx="492125" cy="492125"/>
            </a:xfrm>
            <a:custGeom>
              <a:avLst/>
              <a:gdLst/>
              <a:ahLst/>
              <a:cxnLst/>
              <a:rect l="l" t="t" r="r" b="b"/>
              <a:pathLst>
                <a:path w="492125" h="492125">
                  <a:moveTo>
                    <a:pt x="245934" y="491868"/>
                  </a:moveTo>
                  <a:lnTo>
                    <a:pt x="491868" y="245934"/>
                  </a:lnTo>
                  <a:lnTo>
                    <a:pt x="245934" y="0"/>
                  </a:lnTo>
                  <a:lnTo>
                    <a:pt x="0" y="245934"/>
                  </a:lnTo>
                  <a:lnTo>
                    <a:pt x="245934" y="491868"/>
                  </a:lnTo>
                  <a:close/>
                </a:path>
              </a:pathLst>
            </a:custGeom>
            <a:ln w="19050">
              <a:solidFill>
                <a:srgbClr val="9466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2484387" y="7326134"/>
              <a:ext cx="492125" cy="492125"/>
            </a:xfrm>
            <a:custGeom>
              <a:avLst/>
              <a:gdLst/>
              <a:ahLst/>
              <a:cxnLst/>
              <a:rect l="l" t="t" r="r" b="b"/>
              <a:pathLst>
                <a:path w="492125" h="492125">
                  <a:moveTo>
                    <a:pt x="245934" y="491868"/>
                  </a:moveTo>
                  <a:lnTo>
                    <a:pt x="491868" y="245934"/>
                  </a:lnTo>
                  <a:lnTo>
                    <a:pt x="245934" y="0"/>
                  </a:lnTo>
                  <a:lnTo>
                    <a:pt x="0" y="245934"/>
                  </a:lnTo>
                  <a:lnTo>
                    <a:pt x="245934" y="491868"/>
                  </a:lnTo>
                  <a:close/>
                </a:path>
              </a:pathLst>
            </a:custGeom>
            <a:ln w="19050">
              <a:solidFill>
                <a:srgbClr val="9466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4891297" y="7247946"/>
              <a:ext cx="492125" cy="492125"/>
            </a:xfrm>
            <a:custGeom>
              <a:avLst/>
              <a:gdLst/>
              <a:ahLst/>
              <a:cxnLst/>
              <a:rect l="l" t="t" r="r" b="b"/>
              <a:pathLst>
                <a:path w="492125" h="492125">
                  <a:moveTo>
                    <a:pt x="245934" y="491868"/>
                  </a:moveTo>
                  <a:lnTo>
                    <a:pt x="491868" y="245934"/>
                  </a:lnTo>
                  <a:lnTo>
                    <a:pt x="245934" y="0"/>
                  </a:lnTo>
                  <a:lnTo>
                    <a:pt x="0" y="245934"/>
                  </a:lnTo>
                  <a:lnTo>
                    <a:pt x="245934" y="491868"/>
                  </a:lnTo>
                  <a:close/>
                </a:path>
              </a:pathLst>
            </a:custGeom>
            <a:ln w="19050">
              <a:solidFill>
                <a:srgbClr val="9466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2602475" y="7152542"/>
              <a:ext cx="492125" cy="492125"/>
            </a:xfrm>
            <a:custGeom>
              <a:avLst/>
              <a:gdLst/>
              <a:ahLst/>
              <a:cxnLst/>
              <a:rect l="l" t="t" r="r" b="b"/>
              <a:pathLst>
                <a:path w="492125" h="492125">
                  <a:moveTo>
                    <a:pt x="245934" y="491868"/>
                  </a:moveTo>
                  <a:lnTo>
                    <a:pt x="491868" y="245934"/>
                  </a:lnTo>
                  <a:lnTo>
                    <a:pt x="245934" y="0"/>
                  </a:lnTo>
                  <a:lnTo>
                    <a:pt x="0" y="245934"/>
                  </a:lnTo>
                  <a:lnTo>
                    <a:pt x="245934" y="491868"/>
                  </a:lnTo>
                  <a:close/>
                </a:path>
              </a:pathLst>
            </a:custGeom>
            <a:ln w="19050">
              <a:solidFill>
                <a:srgbClr val="9466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5190279" y="7096770"/>
              <a:ext cx="492125" cy="492125"/>
            </a:xfrm>
            <a:custGeom>
              <a:avLst/>
              <a:gdLst/>
              <a:ahLst/>
              <a:cxnLst/>
              <a:rect l="l" t="t" r="r" b="b"/>
              <a:pathLst>
                <a:path w="492125" h="492125">
                  <a:moveTo>
                    <a:pt x="245934" y="491868"/>
                  </a:moveTo>
                  <a:lnTo>
                    <a:pt x="491868" y="245934"/>
                  </a:lnTo>
                  <a:lnTo>
                    <a:pt x="245934" y="0"/>
                  </a:lnTo>
                  <a:lnTo>
                    <a:pt x="0" y="245934"/>
                  </a:lnTo>
                  <a:lnTo>
                    <a:pt x="245934" y="491868"/>
                  </a:lnTo>
                  <a:close/>
                </a:path>
              </a:pathLst>
            </a:custGeom>
            <a:ln w="19050">
              <a:solidFill>
                <a:srgbClr val="9466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4128217" y="6985354"/>
              <a:ext cx="492125" cy="492125"/>
            </a:xfrm>
            <a:custGeom>
              <a:avLst/>
              <a:gdLst/>
              <a:ahLst/>
              <a:cxnLst/>
              <a:rect l="l" t="t" r="r" b="b"/>
              <a:pathLst>
                <a:path w="492125" h="492125">
                  <a:moveTo>
                    <a:pt x="245934" y="491868"/>
                  </a:moveTo>
                  <a:lnTo>
                    <a:pt x="491868" y="245934"/>
                  </a:lnTo>
                  <a:lnTo>
                    <a:pt x="245934" y="0"/>
                  </a:lnTo>
                  <a:lnTo>
                    <a:pt x="0" y="245934"/>
                  </a:lnTo>
                  <a:lnTo>
                    <a:pt x="245934" y="491868"/>
                  </a:lnTo>
                  <a:close/>
                </a:path>
              </a:pathLst>
            </a:custGeom>
            <a:ln w="19050">
              <a:solidFill>
                <a:srgbClr val="9466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2720563" y="6978949"/>
              <a:ext cx="492125" cy="492125"/>
            </a:xfrm>
            <a:custGeom>
              <a:avLst/>
              <a:gdLst/>
              <a:ahLst/>
              <a:cxnLst/>
              <a:rect l="l" t="t" r="r" b="b"/>
              <a:pathLst>
                <a:path w="492125" h="492125">
                  <a:moveTo>
                    <a:pt x="245934" y="491868"/>
                  </a:moveTo>
                  <a:lnTo>
                    <a:pt x="491868" y="245934"/>
                  </a:lnTo>
                  <a:lnTo>
                    <a:pt x="245934" y="0"/>
                  </a:lnTo>
                  <a:lnTo>
                    <a:pt x="0" y="245934"/>
                  </a:lnTo>
                  <a:lnTo>
                    <a:pt x="245934" y="491868"/>
                  </a:lnTo>
                  <a:close/>
                </a:path>
              </a:pathLst>
            </a:custGeom>
            <a:ln w="19050">
              <a:solidFill>
                <a:srgbClr val="9466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5489262" y="6945594"/>
              <a:ext cx="492125" cy="492125"/>
            </a:xfrm>
            <a:custGeom>
              <a:avLst/>
              <a:gdLst/>
              <a:ahLst/>
              <a:cxnLst/>
              <a:rect l="l" t="t" r="r" b="b"/>
              <a:pathLst>
                <a:path w="492125" h="492125">
                  <a:moveTo>
                    <a:pt x="245934" y="491868"/>
                  </a:moveTo>
                  <a:lnTo>
                    <a:pt x="491868" y="245934"/>
                  </a:lnTo>
                  <a:lnTo>
                    <a:pt x="245934" y="0"/>
                  </a:lnTo>
                  <a:lnTo>
                    <a:pt x="0" y="245934"/>
                  </a:lnTo>
                  <a:lnTo>
                    <a:pt x="245934" y="491868"/>
                  </a:lnTo>
                  <a:close/>
                </a:path>
              </a:pathLst>
            </a:custGeom>
            <a:ln w="19050">
              <a:solidFill>
                <a:srgbClr val="9466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4363610" y="6812296"/>
              <a:ext cx="492125" cy="492125"/>
            </a:xfrm>
            <a:custGeom>
              <a:avLst/>
              <a:gdLst/>
              <a:ahLst/>
              <a:cxnLst/>
              <a:rect l="l" t="t" r="r" b="b"/>
              <a:pathLst>
                <a:path w="492125" h="492125">
                  <a:moveTo>
                    <a:pt x="245934" y="491868"/>
                  </a:moveTo>
                  <a:lnTo>
                    <a:pt x="491868" y="245934"/>
                  </a:lnTo>
                  <a:lnTo>
                    <a:pt x="245934" y="0"/>
                  </a:lnTo>
                  <a:lnTo>
                    <a:pt x="0" y="245934"/>
                  </a:lnTo>
                  <a:lnTo>
                    <a:pt x="245934" y="491868"/>
                  </a:lnTo>
                  <a:close/>
                </a:path>
              </a:pathLst>
            </a:custGeom>
            <a:ln w="19050">
              <a:solidFill>
                <a:srgbClr val="9466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2838652" y="6805357"/>
              <a:ext cx="492125" cy="492125"/>
            </a:xfrm>
            <a:custGeom>
              <a:avLst/>
              <a:gdLst/>
              <a:ahLst/>
              <a:cxnLst/>
              <a:rect l="l" t="t" r="r" b="b"/>
              <a:pathLst>
                <a:path w="492125" h="492125">
                  <a:moveTo>
                    <a:pt x="245934" y="491868"/>
                  </a:moveTo>
                  <a:lnTo>
                    <a:pt x="491868" y="245934"/>
                  </a:lnTo>
                  <a:lnTo>
                    <a:pt x="245934" y="0"/>
                  </a:lnTo>
                  <a:lnTo>
                    <a:pt x="0" y="245934"/>
                  </a:lnTo>
                  <a:lnTo>
                    <a:pt x="245934" y="491868"/>
                  </a:lnTo>
                  <a:close/>
                </a:path>
              </a:pathLst>
            </a:custGeom>
            <a:ln w="19050">
              <a:solidFill>
                <a:srgbClr val="9466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5788245" y="6794418"/>
              <a:ext cx="492125" cy="492125"/>
            </a:xfrm>
            <a:custGeom>
              <a:avLst/>
              <a:gdLst/>
              <a:ahLst/>
              <a:cxnLst/>
              <a:rect l="l" t="t" r="r" b="b"/>
              <a:pathLst>
                <a:path w="492125" h="492125">
                  <a:moveTo>
                    <a:pt x="245934" y="491868"/>
                  </a:moveTo>
                  <a:lnTo>
                    <a:pt x="491868" y="245934"/>
                  </a:lnTo>
                  <a:lnTo>
                    <a:pt x="245934" y="0"/>
                  </a:lnTo>
                  <a:lnTo>
                    <a:pt x="0" y="245934"/>
                  </a:lnTo>
                  <a:lnTo>
                    <a:pt x="245934" y="491868"/>
                  </a:lnTo>
                  <a:close/>
                </a:path>
              </a:pathLst>
            </a:custGeom>
            <a:ln w="19050">
              <a:solidFill>
                <a:srgbClr val="9466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6087228" y="6643242"/>
              <a:ext cx="492125" cy="492125"/>
            </a:xfrm>
            <a:custGeom>
              <a:avLst/>
              <a:gdLst/>
              <a:ahLst/>
              <a:cxnLst/>
              <a:rect l="l" t="t" r="r" b="b"/>
              <a:pathLst>
                <a:path w="492125" h="492125">
                  <a:moveTo>
                    <a:pt x="245934" y="491868"/>
                  </a:moveTo>
                  <a:lnTo>
                    <a:pt x="491868" y="245934"/>
                  </a:lnTo>
                  <a:lnTo>
                    <a:pt x="245934" y="0"/>
                  </a:lnTo>
                  <a:lnTo>
                    <a:pt x="0" y="245934"/>
                  </a:lnTo>
                  <a:lnTo>
                    <a:pt x="245934" y="491868"/>
                  </a:lnTo>
                  <a:close/>
                </a:path>
              </a:pathLst>
            </a:custGeom>
            <a:ln w="19050">
              <a:solidFill>
                <a:srgbClr val="9466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6386210" y="6492066"/>
              <a:ext cx="388620" cy="492125"/>
            </a:xfrm>
            <a:custGeom>
              <a:avLst/>
              <a:gdLst/>
              <a:ahLst/>
              <a:cxnLst/>
              <a:rect l="l" t="t" r="r" b="b"/>
              <a:pathLst>
                <a:path w="388620" h="492125">
                  <a:moveTo>
                    <a:pt x="388371" y="142437"/>
                  </a:moveTo>
                  <a:lnTo>
                    <a:pt x="245934" y="0"/>
                  </a:lnTo>
                  <a:lnTo>
                    <a:pt x="0" y="245934"/>
                  </a:lnTo>
                  <a:lnTo>
                    <a:pt x="245934" y="491868"/>
                  </a:lnTo>
                  <a:lnTo>
                    <a:pt x="388371" y="349431"/>
                  </a:lnTo>
                </a:path>
              </a:pathLst>
            </a:custGeom>
            <a:ln w="19049">
              <a:solidFill>
                <a:srgbClr val="9466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4834395" y="6466178"/>
              <a:ext cx="492125" cy="492125"/>
            </a:xfrm>
            <a:custGeom>
              <a:avLst/>
              <a:gdLst/>
              <a:ahLst/>
              <a:cxnLst/>
              <a:rect l="l" t="t" r="r" b="b"/>
              <a:pathLst>
                <a:path w="492125" h="492125">
                  <a:moveTo>
                    <a:pt x="245934" y="491868"/>
                  </a:moveTo>
                  <a:lnTo>
                    <a:pt x="491868" y="245934"/>
                  </a:lnTo>
                  <a:lnTo>
                    <a:pt x="245934" y="0"/>
                  </a:lnTo>
                  <a:lnTo>
                    <a:pt x="0" y="245934"/>
                  </a:lnTo>
                  <a:lnTo>
                    <a:pt x="245934" y="491868"/>
                  </a:lnTo>
                  <a:close/>
                </a:path>
              </a:pathLst>
            </a:custGeom>
            <a:ln w="19050">
              <a:solidFill>
                <a:srgbClr val="9466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6685193" y="6497435"/>
              <a:ext cx="89535" cy="179070"/>
            </a:xfrm>
            <a:custGeom>
              <a:avLst/>
              <a:gdLst/>
              <a:ahLst/>
              <a:cxnLst/>
              <a:rect l="l" t="t" r="r" b="b"/>
              <a:pathLst>
                <a:path w="89534" h="179070">
                  <a:moveTo>
                    <a:pt x="89389" y="0"/>
                  </a:moveTo>
                  <a:lnTo>
                    <a:pt x="0" y="89389"/>
                  </a:lnTo>
                  <a:lnTo>
                    <a:pt x="89389" y="178778"/>
                  </a:lnTo>
                </a:path>
              </a:pathLst>
            </a:custGeom>
            <a:ln w="19050">
              <a:solidFill>
                <a:srgbClr val="9466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1549439" y="8384881"/>
              <a:ext cx="176530" cy="173990"/>
            </a:xfrm>
            <a:custGeom>
              <a:avLst/>
              <a:gdLst/>
              <a:ahLst/>
              <a:cxnLst/>
              <a:rect l="l" t="t" r="r" b="b"/>
              <a:pathLst>
                <a:path w="176530" h="173990">
                  <a:moveTo>
                    <a:pt x="2612" y="173901"/>
                  </a:moveTo>
                  <a:lnTo>
                    <a:pt x="176514" y="0"/>
                  </a:lnTo>
                </a:path>
                <a:path w="176530" h="173990">
                  <a:moveTo>
                    <a:pt x="0" y="171289"/>
                  </a:moveTo>
                  <a:lnTo>
                    <a:pt x="2612" y="173901"/>
                  </a:lnTo>
                </a:path>
              </a:pathLst>
            </a:custGeom>
            <a:ln w="19050">
              <a:solidFill>
                <a:srgbClr val="8B56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4357317" y="8181561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79" h="347979">
                  <a:moveTo>
                    <a:pt x="173901" y="173901"/>
                  </a:moveTo>
                  <a:lnTo>
                    <a:pt x="0" y="347803"/>
                  </a:lnTo>
                  <a:lnTo>
                    <a:pt x="347803" y="347803"/>
                  </a:lnTo>
                  <a:lnTo>
                    <a:pt x="173901" y="173901"/>
                  </a:lnTo>
                  <a:close/>
                </a:path>
                <a:path w="347979" h="347979">
                  <a:moveTo>
                    <a:pt x="347803" y="0"/>
                  </a:moveTo>
                  <a:lnTo>
                    <a:pt x="0" y="0"/>
                  </a:lnTo>
                  <a:lnTo>
                    <a:pt x="173901" y="173901"/>
                  </a:lnTo>
                  <a:lnTo>
                    <a:pt x="347803" y="0"/>
                  </a:lnTo>
                  <a:close/>
                </a:path>
              </a:pathLst>
            </a:custGeom>
            <a:solidFill>
              <a:srgbClr val="8B564B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4357317" y="8181561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79" h="347979">
                  <a:moveTo>
                    <a:pt x="0" y="347803"/>
                  </a:moveTo>
                  <a:lnTo>
                    <a:pt x="347803" y="0"/>
                  </a:lnTo>
                </a:path>
                <a:path w="347979" h="347979">
                  <a:moveTo>
                    <a:pt x="0" y="0"/>
                  </a:moveTo>
                  <a:lnTo>
                    <a:pt x="347803" y="347803"/>
                  </a:lnTo>
                </a:path>
              </a:pathLst>
            </a:custGeom>
            <a:ln w="19050">
              <a:solidFill>
                <a:srgbClr val="8B56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1549440" y="8085198"/>
              <a:ext cx="177800" cy="347980"/>
            </a:xfrm>
            <a:custGeom>
              <a:avLst/>
              <a:gdLst/>
              <a:ahLst/>
              <a:cxnLst/>
              <a:rect l="l" t="t" r="r" b="b"/>
              <a:pathLst>
                <a:path w="177800" h="347979">
                  <a:moveTo>
                    <a:pt x="0" y="177559"/>
                  </a:moveTo>
                  <a:lnTo>
                    <a:pt x="177559" y="0"/>
                  </a:lnTo>
                </a:path>
                <a:path w="177800" h="347979">
                  <a:moveTo>
                    <a:pt x="0" y="170244"/>
                  </a:moveTo>
                  <a:lnTo>
                    <a:pt x="177559" y="347803"/>
                  </a:lnTo>
                </a:path>
              </a:pathLst>
            </a:custGeom>
            <a:ln w="19050">
              <a:solidFill>
                <a:srgbClr val="8B56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4854281" y="8022806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79" h="347979">
                  <a:moveTo>
                    <a:pt x="173901" y="173901"/>
                  </a:moveTo>
                  <a:lnTo>
                    <a:pt x="0" y="347803"/>
                  </a:lnTo>
                  <a:lnTo>
                    <a:pt x="347803" y="347803"/>
                  </a:lnTo>
                  <a:lnTo>
                    <a:pt x="173901" y="173901"/>
                  </a:lnTo>
                  <a:close/>
                </a:path>
                <a:path w="347979" h="347979">
                  <a:moveTo>
                    <a:pt x="347803" y="0"/>
                  </a:moveTo>
                  <a:lnTo>
                    <a:pt x="0" y="0"/>
                  </a:lnTo>
                  <a:lnTo>
                    <a:pt x="173901" y="173901"/>
                  </a:lnTo>
                  <a:lnTo>
                    <a:pt x="347803" y="0"/>
                  </a:lnTo>
                  <a:close/>
                </a:path>
              </a:pathLst>
            </a:custGeom>
            <a:solidFill>
              <a:srgbClr val="8B564B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4854281" y="8022806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79" h="347979">
                  <a:moveTo>
                    <a:pt x="0" y="347803"/>
                  </a:moveTo>
                  <a:lnTo>
                    <a:pt x="347803" y="0"/>
                  </a:lnTo>
                </a:path>
                <a:path w="347979" h="347979">
                  <a:moveTo>
                    <a:pt x="0" y="0"/>
                  </a:moveTo>
                  <a:lnTo>
                    <a:pt x="347803" y="347803"/>
                  </a:lnTo>
                </a:path>
              </a:pathLst>
            </a:custGeom>
            <a:ln w="19050">
              <a:solidFill>
                <a:srgbClr val="8B56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5848207" y="7705297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79" h="347979">
                  <a:moveTo>
                    <a:pt x="173901" y="173901"/>
                  </a:moveTo>
                  <a:lnTo>
                    <a:pt x="0" y="347803"/>
                  </a:lnTo>
                  <a:lnTo>
                    <a:pt x="347803" y="347803"/>
                  </a:lnTo>
                  <a:lnTo>
                    <a:pt x="173901" y="173901"/>
                  </a:lnTo>
                  <a:close/>
                </a:path>
                <a:path w="347979" h="347979">
                  <a:moveTo>
                    <a:pt x="347803" y="0"/>
                  </a:moveTo>
                  <a:lnTo>
                    <a:pt x="0" y="0"/>
                  </a:lnTo>
                  <a:lnTo>
                    <a:pt x="173901" y="173901"/>
                  </a:lnTo>
                  <a:lnTo>
                    <a:pt x="347803" y="0"/>
                  </a:lnTo>
                  <a:close/>
                </a:path>
              </a:pathLst>
            </a:custGeom>
            <a:solidFill>
              <a:srgbClr val="8B564B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5848207" y="7705297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79" h="347979">
                  <a:moveTo>
                    <a:pt x="0" y="347803"/>
                  </a:moveTo>
                  <a:lnTo>
                    <a:pt x="347803" y="0"/>
                  </a:lnTo>
                </a:path>
                <a:path w="347979" h="347979">
                  <a:moveTo>
                    <a:pt x="0" y="0"/>
                  </a:moveTo>
                  <a:lnTo>
                    <a:pt x="347803" y="347803"/>
                  </a:lnTo>
                </a:path>
              </a:pathLst>
            </a:custGeom>
            <a:ln w="19050">
              <a:solidFill>
                <a:srgbClr val="8B56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6345171" y="7546542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79" h="347979">
                  <a:moveTo>
                    <a:pt x="173901" y="173901"/>
                  </a:moveTo>
                  <a:lnTo>
                    <a:pt x="0" y="347803"/>
                  </a:lnTo>
                  <a:lnTo>
                    <a:pt x="347803" y="347803"/>
                  </a:lnTo>
                  <a:lnTo>
                    <a:pt x="173901" y="173901"/>
                  </a:lnTo>
                  <a:close/>
                </a:path>
                <a:path w="347979" h="347979">
                  <a:moveTo>
                    <a:pt x="347803" y="0"/>
                  </a:moveTo>
                  <a:lnTo>
                    <a:pt x="0" y="0"/>
                  </a:lnTo>
                  <a:lnTo>
                    <a:pt x="173901" y="173901"/>
                  </a:lnTo>
                  <a:lnTo>
                    <a:pt x="347803" y="0"/>
                  </a:lnTo>
                  <a:close/>
                </a:path>
              </a:pathLst>
            </a:custGeom>
            <a:solidFill>
              <a:srgbClr val="8B564B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6345171" y="7546542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79" h="347979">
                  <a:moveTo>
                    <a:pt x="0" y="347803"/>
                  </a:moveTo>
                  <a:lnTo>
                    <a:pt x="347803" y="0"/>
                  </a:lnTo>
                </a:path>
                <a:path w="347979" h="347979">
                  <a:moveTo>
                    <a:pt x="0" y="0"/>
                  </a:moveTo>
                  <a:lnTo>
                    <a:pt x="347803" y="347803"/>
                  </a:lnTo>
                </a:path>
              </a:pathLst>
            </a:custGeom>
            <a:ln w="19050">
              <a:solidFill>
                <a:srgbClr val="8B56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1549439" y="6947303"/>
              <a:ext cx="179070" cy="347980"/>
            </a:xfrm>
            <a:custGeom>
              <a:avLst/>
              <a:gdLst/>
              <a:ahLst/>
              <a:cxnLst/>
              <a:rect l="l" t="t" r="r" b="b"/>
              <a:pathLst>
                <a:path w="179069" h="347979">
                  <a:moveTo>
                    <a:pt x="0" y="178604"/>
                  </a:moveTo>
                  <a:lnTo>
                    <a:pt x="178604" y="0"/>
                  </a:lnTo>
                </a:path>
                <a:path w="179069" h="347979">
                  <a:moveTo>
                    <a:pt x="0" y="169199"/>
                  </a:moveTo>
                  <a:lnTo>
                    <a:pt x="178604" y="347803"/>
                  </a:lnTo>
                </a:path>
              </a:pathLst>
            </a:custGeom>
            <a:ln w="19050">
              <a:solidFill>
                <a:srgbClr val="8B56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4995203" y="5511332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79" h="347979">
                  <a:moveTo>
                    <a:pt x="173901" y="173901"/>
                  </a:moveTo>
                  <a:lnTo>
                    <a:pt x="0" y="347803"/>
                  </a:lnTo>
                  <a:lnTo>
                    <a:pt x="347803" y="347803"/>
                  </a:lnTo>
                  <a:lnTo>
                    <a:pt x="173901" y="173901"/>
                  </a:lnTo>
                  <a:close/>
                </a:path>
                <a:path w="347979" h="347979">
                  <a:moveTo>
                    <a:pt x="347803" y="0"/>
                  </a:moveTo>
                  <a:lnTo>
                    <a:pt x="0" y="0"/>
                  </a:lnTo>
                  <a:lnTo>
                    <a:pt x="173901" y="173901"/>
                  </a:lnTo>
                  <a:lnTo>
                    <a:pt x="347803" y="0"/>
                  </a:lnTo>
                  <a:close/>
                </a:path>
              </a:pathLst>
            </a:custGeom>
            <a:solidFill>
              <a:srgbClr val="8B564B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4995203" y="5511332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79" h="347979">
                  <a:moveTo>
                    <a:pt x="0" y="347803"/>
                  </a:moveTo>
                  <a:lnTo>
                    <a:pt x="347803" y="0"/>
                  </a:lnTo>
                </a:path>
                <a:path w="347979" h="347979">
                  <a:moveTo>
                    <a:pt x="0" y="0"/>
                  </a:moveTo>
                  <a:lnTo>
                    <a:pt x="347803" y="347803"/>
                  </a:lnTo>
                </a:path>
              </a:pathLst>
            </a:custGeom>
            <a:ln w="19050">
              <a:solidFill>
                <a:srgbClr val="8B564B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21" name="object 121"/>
            <p:cNvSpPr/>
            <p:nvPr/>
          </p:nvSpPr>
          <p:spPr>
            <a:xfrm>
              <a:off x="1577437" y="3762591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80" h="347979">
                  <a:moveTo>
                    <a:pt x="173901" y="173901"/>
                  </a:moveTo>
                  <a:lnTo>
                    <a:pt x="0" y="347803"/>
                  </a:lnTo>
                  <a:lnTo>
                    <a:pt x="347803" y="347803"/>
                  </a:lnTo>
                  <a:lnTo>
                    <a:pt x="173901" y="173901"/>
                  </a:lnTo>
                  <a:close/>
                </a:path>
                <a:path w="347980" h="347979">
                  <a:moveTo>
                    <a:pt x="347803" y="0"/>
                  </a:moveTo>
                  <a:lnTo>
                    <a:pt x="0" y="0"/>
                  </a:lnTo>
                  <a:lnTo>
                    <a:pt x="173901" y="173901"/>
                  </a:lnTo>
                  <a:lnTo>
                    <a:pt x="347803" y="0"/>
                  </a:lnTo>
                  <a:close/>
                </a:path>
              </a:pathLst>
            </a:custGeom>
            <a:solidFill>
              <a:srgbClr val="8B564B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1577437" y="3762591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80" h="347979">
                  <a:moveTo>
                    <a:pt x="0" y="347803"/>
                  </a:moveTo>
                  <a:lnTo>
                    <a:pt x="347803" y="0"/>
                  </a:lnTo>
                </a:path>
                <a:path w="347980" h="347979">
                  <a:moveTo>
                    <a:pt x="0" y="0"/>
                  </a:moveTo>
                  <a:lnTo>
                    <a:pt x="347803" y="347803"/>
                  </a:lnTo>
                </a:path>
              </a:pathLst>
            </a:custGeom>
            <a:ln w="19050">
              <a:solidFill>
                <a:srgbClr val="8B56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3264949" y="6356613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79" h="347979">
                  <a:moveTo>
                    <a:pt x="173901" y="347803"/>
                  </a:moveTo>
                  <a:lnTo>
                    <a:pt x="347803" y="0"/>
                  </a:lnTo>
                  <a:lnTo>
                    <a:pt x="0" y="0"/>
                  </a:lnTo>
                  <a:lnTo>
                    <a:pt x="173901" y="347803"/>
                  </a:lnTo>
                  <a:close/>
                </a:path>
              </a:pathLst>
            </a:custGeom>
            <a:ln w="19050">
              <a:solidFill>
                <a:srgbClr val="E277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1593530" y="8352190"/>
              <a:ext cx="347980" cy="207010"/>
            </a:xfrm>
            <a:custGeom>
              <a:avLst/>
              <a:gdLst/>
              <a:ahLst/>
              <a:cxnLst/>
              <a:rect l="l" t="t" r="r" b="b"/>
              <a:pathLst>
                <a:path w="347980" h="207009">
                  <a:moveTo>
                    <a:pt x="344569" y="206593"/>
                  </a:moveTo>
                  <a:lnTo>
                    <a:pt x="344431" y="139817"/>
                  </a:lnTo>
                  <a:lnTo>
                    <a:pt x="318585" y="77420"/>
                  </a:lnTo>
                  <a:lnTo>
                    <a:pt x="270383" y="29218"/>
                  </a:lnTo>
                  <a:lnTo>
                    <a:pt x="207986" y="3372"/>
                  </a:lnTo>
                  <a:lnTo>
                    <a:pt x="173901" y="0"/>
                  </a:lnTo>
                  <a:lnTo>
                    <a:pt x="139817" y="3372"/>
                  </a:lnTo>
                  <a:lnTo>
                    <a:pt x="77420" y="29218"/>
                  </a:lnTo>
                  <a:lnTo>
                    <a:pt x="29218" y="77420"/>
                  </a:lnTo>
                  <a:lnTo>
                    <a:pt x="3372" y="139817"/>
                  </a:lnTo>
                  <a:lnTo>
                    <a:pt x="0" y="173901"/>
                  </a:lnTo>
                  <a:lnTo>
                    <a:pt x="3234" y="206593"/>
                  </a:lnTo>
                </a:path>
              </a:pathLst>
            </a:custGeom>
            <a:ln w="1905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1648029" y="8156715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80" h="347979">
                  <a:moveTo>
                    <a:pt x="173901" y="347803"/>
                  </a:moveTo>
                  <a:lnTo>
                    <a:pt x="240451" y="334565"/>
                  </a:lnTo>
                  <a:lnTo>
                    <a:pt x="296869" y="296869"/>
                  </a:lnTo>
                  <a:lnTo>
                    <a:pt x="334565" y="240451"/>
                  </a:lnTo>
                  <a:lnTo>
                    <a:pt x="347803" y="173901"/>
                  </a:lnTo>
                  <a:lnTo>
                    <a:pt x="344431" y="139817"/>
                  </a:lnTo>
                  <a:lnTo>
                    <a:pt x="318585" y="77420"/>
                  </a:lnTo>
                  <a:lnTo>
                    <a:pt x="270383" y="29218"/>
                  </a:lnTo>
                  <a:lnTo>
                    <a:pt x="207986" y="3372"/>
                  </a:lnTo>
                  <a:lnTo>
                    <a:pt x="173901" y="0"/>
                  </a:lnTo>
                  <a:lnTo>
                    <a:pt x="139817" y="3372"/>
                  </a:lnTo>
                  <a:lnTo>
                    <a:pt x="77420" y="29218"/>
                  </a:lnTo>
                  <a:lnTo>
                    <a:pt x="29218" y="77420"/>
                  </a:lnTo>
                  <a:lnTo>
                    <a:pt x="3372" y="139817"/>
                  </a:lnTo>
                  <a:lnTo>
                    <a:pt x="0" y="173901"/>
                  </a:lnTo>
                  <a:lnTo>
                    <a:pt x="3372" y="207986"/>
                  </a:lnTo>
                  <a:lnTo>
                    <a:pt x="29218" y="270383"/>
                  </a:lnTo>
                  <a:lnTo>
                    <a:pt x="77420" y="318585"/>
                  </a:lnTo>
                  <a:lnTo>
                    <a:pt x="139817" y="344431"/>
                  </a:lnTo>
                  <a:lnTo>
                    <a:pt x="173901" y="347803"/>
                  </a:lnTo>
                  <a:close/>
                </a:path>
              </a:pathLst>
            </a:custGeom>
            <a:ln w="1905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2084067" y="8092536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80" h="347979">
                  <a:moveTo>
                    <a:pt x="173901" y="347803"/>
                  </a:moveTo>
                  <a:lnTo>
                    <a:pt x="240451" y="334565"/>
                  </a:lnTo>
                  <a:lnTo>
                    <a:pt x="296869" y="296869"/>
                  </a:lnTo>
                  <a:lnTo>
                    <a:pt x="334565" y="240451"/>
                  </a:lnTo>
                  <a:lnTo>
                    <a:pt x="347803" y="173901"/>
                  </a:lnTo>
                  <a:lnTo>
                    <a:pt x="344431" y="139817"/>
                  </a:lnTo>
                  <a:lnTo>
                    <a:pt x="318585" y="77420"/>
                  </a:lnTo>
                  <a:lnTo>
                    <a:pt x="270383" y="29218"/>
                  </a:lnTo>
                  <a:lnTo>
                    <a:pt x="207986" y="3372"/>
                  </a:lnTo>
                  <a:lnTo>
                    <a:pt x="173901" y="0"/>
                  </a:lnTo>
                  <a:lnTo>
                    <a:pt x="139817" y="3372"/>
                  </a:lnTo>
                  <a:lnTo>
                    <a:pt x="77420" y="29218"/>
                  </a:lnTo>
                  <a:lnTo>
                    <a:pt x="29218" y="77420"/>
                  </a:lnTo>
                  <a:lnTo>
                    <a:pt x="3372" y="139817"/>
                  </a:lnTo>
                  <a:lnTo>
                    <a:pt x="0" y="173901"/>
                  </a:lnTo>
                  <a:lnTo>
                    <a:pt x="3372" y="207986"/>
                  </a:lnTo>
                  <a:lnTo>
                    <a:pt x="29218" y="270383"/>
                  </a:lnTo>
                  <a:lnTo>
                    <a:pt x="77420" y="318585"/>
                  </a:lnTo>
                  <a:lnTo>
                    <a:pt x="139817" y="344431"/>
                  </a:lnTo>
                  <a:lnTo>
                    <a:pt x="173901" y="347803"/>
                  </a:lnTo>
                  <a:close/>
                </a:path>
              </a:pathLst>
            </a:custGeom>
            <a:ln w="1905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1549439" y="8074654"/>
              <a:ext cx="287655" cy="347980"/>
            </a:xfrm>
            <a:custGeom>
              <a:avLst/>
              <a:gdLst/>
              <a:ahLst/>
              <a:cxnLst/>
              <a:rect l="l" t="t" r="r" b="b"/>
              <a:pathLst>
                <a:path w="287655" h="347979">
                  <a:moveTo>
                    <a:pt x="0" y="304639"/>
                  </a:moveTo>
                  <a:lnTo>
                    <a:pt x="17008" y="318585"/>
                  </a:lnTo>
                  <a:lnTo>
                    <a:pt x="46940" y="334565"/>
                  </a:lnTo>
                  <a:lnTo>
                    <a:pt x="79405" y="344431"/>
                  </a:lnTo>
                  <a:lnTo>
                    <a:pt x="113490" y="347803"/>
                  </a:lnTo>
                  <a:lnTo>
                    <a:pt x="147574" y="344431"/>
                  </a:lnTo>
                  <a:lnTo>
                    <a:pt x="209971" y="318585"/>
                  </a:lnTo>
                  <a:lnTo>
                    <a:pt x="258173" y="270383"/>
                  </a:lnTo>
                  <a:lnTo>
                    <a:pt x="284019" y="207986"/>
                  </a:lnTo>
                  <a:lnTo>
                    <a:pt x="287392" y="173901"/>
                  </a:lnTo>
                  <a:lnTo>
                    <a:pt x="284019" y="139817"/>
                  </a:lnTo>
                  <a:lnTo>
                    <a:pt x="258173" y="77420"/>
                  </a:lnTo>
                  <a:lnTo>
                    <a:pt x="209971" y="29218"/>
                  </a:lnTo>
                  <a:lnTo>
                    <a:pt x="147574" y="3372"/>
                  </a:lnTo>
                  <a:lnTo>
                    <a:pt x="113490" y="0"/>
                  </a:lnTo>
                  <a:lnTo>
                    <a:pt x="79405" y="3372"/>
                  </a:lnTo>
                  <a:lnTo>
                    <a:pt x="46940" y="13238"/>
                  </a:lnTo>
                  <a:lnTo>
                    <a:pt x="17008" y="29218"/>
                  </a:lnTo>
                  <a:lnTo>
                    <a:pt x="0" y="43164"/>
                  </a:lnTo>
                </a:path>
              </a:pathLst>
            </a:custGeom>
            <a:ln w="1905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1549439" y="8074654"/>
              <a:ext cx="176530" cy="347980"/>
            </a:xfrm>
            <a:custGeom>
              <a:avLst/>
              <a:gdLst/>
              <a:ahLst/>
              <a:cxnLst/>
              <a:rect l="l" t="t" r="r" b="b"/>
              <a:pathLst>
                <a:path w="176530" h="347979">
                  <a:moveTo>
                    <a:pt x="0" y="347597"/>
                  </a:moveTo>
                  <a:lnTo>
                    <a:pt x="68639" y="334565"/>
                  </a:lnTo>
                  <a:lnTo>
                    <a:pt x="125057" y="296869"/>
                  </a:lnTo>
                  <a:lnTo>
                    <a:pt x="162753" y="240451"/>
                  </a:lnTo>
                  <a:lnTo>
                    <a:pt x="175991" y="173901"/>
                  </a:lnTo>
                  <a:lnTo>
                    <a:pt x="172619" y="139817"/>
                  </a:lnTo>
                  <a:lnTo>
                    <a:pt x="146773" y="77420"/>
                  </a:lnTo>
                  <a:lnTo>
                    <a:pt x="98571" y="29218"/>
                  </a:lnTo>
                  <a:lnTo>
                    <a:pt x="36174" y="3372"/>
                  </a:lnTo>
                  <a:lnTo>
                    <a:pt x="2090" y="0"/>
                  </a:lnTo>
                  <a:lnTo>
                    <a:pt x="0" y="206"/>
                  </a:lnTo>
                </a:path>
              </a:pathLst>
            </a:custGeom>
            <a:ln w="1905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1702527" y="7961240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80" h="347979">
                  <a:moveTo>
                    <a:pt x="173901" y="347803"/>
                  </a:moveTo>
                  <a:lnTo>
                    <a:pt x="240451" y="334565"/>
                  </a:lnTo>
                  <a:lnTo>
                    <a:pt x="296869" y="296869"/>
                  </a:lnTo>
                  <a:lnTo>
                    <a:pt x="334565" y="240451"/>
                  </a:lnTo>
                  <a:lnTo>
                    <a:pt x="347803" y="173901"/>
                  </a:lnTo>
                  <a:lnTo>
                    <a:pt x="344431" y="139817"/>
                  </a:lnTo>
                  <a:lnTo>
                    <a:pt x="318585" y="77420"/>
                  </a:lnTo>
                  <a:lnTo>
                    <a:pt x="270383" y="29218"/>
                  </a:lnTo>
                  <a:lnTo>
                    <a:pt x="207986" y="3372"/>
                  </a:lnTo>
                  <a:lnTo>
                    <a:pt x="173901" y="0"/>
                  </a:lnTo>
                  <a:lnTo>
                    <a:pt x="139817" y="3372"/>
                  </a:lnTo>
                  <a:lnTo>
                    <a:pt x="77420" y="29218"/>
                  </a:lnTo>
                  <a:lnTo>
                    <a:pt x="29218" y="77420"/>
                  </a:lnTo>
                  <a:lnTo>
                    <a:pt x="3372" y="139817"/>
                  </a:lnTo>
                  <a:lnTo>
                    <a:pt x="0" y="173901"/>
                  </a:lnTo>
                  <a:lnTo>
                    <a:pt x="3372" y="207986"/>
                  </a:lnTo>
                  <a:lnTo>
                    <a:pt x="29218" y="270383"/>
                  </a:lnTo>
                  <a:lnTo>
                    <a:pt x="77420" y="318585"/>
                  </a:lnTo>
                  <a:lnTo>
                    <a:pt x="139817" y="344431"/>
                  </a:lnTo>
                  <a:lnTo>
                    <a:pt x="173901" y="347803"/>
                  </a:lnTo>
                  <a:close/>
                </a:path>
              </a:pathLst>
            </a:custGeom>
            <a:ln w="1905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1549439" y="7919208"/>
              <a:ext cx="176530" cy="347980"/>
            </a:xfrm>
            <a:custGeom>
              <a:avLst/>
              <a:gdLst/>
              <a:ahLst/>
              <a:cxnLst/>
              <a:rect l="l" t="t" r="r" b="b"/>
              <a:pathLst>
                <a:path w="176530" h="347979">
                  <a:moveTo>
                    <a:pt x="0" y="347545"/>
                  </a:moveTo>
                  <a:lnTo>
                    <a:pt x="69161" y="334565"/>
                  </a:lnTo>
                  <a:lnTo>
                    <a:pt x="125579" y="296869"/>
                  </a:lnTo>
                  <a:lnTo>
                    <a:pt x="163276" y="240451"/>
                  </a:lnTo>
                  <a:lnTo>
                    <a:pt x="176514" y="173901"/>
                  </a:lnTo>
                  <a:lnTo>
                    <a:pt x="173141" y="139817"/>
                  </a:lnTo>
                  <a:lnTo>
                    <a:pt x="147296" y="77420"/>
                  </a:lnTo>
                  <a:lnTo>
                    <a:pt x="99093" y="29218"/>
                  </a:lnTo>
                  <a:lnTo>
                    <a:pt x="36696" y="3372"/>
                  </a:lnTo>
                  <a:lnTo>
                    <a:pt x="2612" y="0"/>
                  </a:lnTo>
                  <a:lnTo>
                    <a:pt x="0" y="258"/>
                  </a:lnTo>
                </a:path>
              </a:pathLst>
            </a:custGeom>
            <a:ln w="1905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2202155" y="7918944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80" h="347979">
                  <a:moveTo>
                    <a:pt x="173901" y="347803"/>
                  </a:moveTo>
                  <a:lnTo>
                    <a:pt x="240451" y="334565"/>
                  </a:lnTo>
                  <a:lnTo>
                    <a:pt x="296869" y="296869"/>
                  </a:lnTo>
                  <a:lnTo>
                    <a:pt x="334565" y="240451"/>
                  </a:lnTo>
                  <a:lnTo>
                    <a:pt x="347803" y="173901"/>
                  </a:lnTo>
                  <a:lnTo>
                    <a:pt x="344431" y="139817"/>
                  </a:lnTo>
                  <a:lnTo>
                    <a:pt x="318585" y="77420"/>
                  </a:lnTo>
                  <a:lnTo>
                    <a:pt x="270383" y="29218"/>
                  </a:lnTo>
                  <a:lnTo>
                    <a:pt x="207986" y="3372"/>
                  </a:lnTo>
                  <a:lnTo>
                    <a:pt x="173901" y="0"/>
                  </a:lnTo>
                  <a:lnTo>
                    <a:pt x="139817" y="3372"/>
                  </a:lnTo>
                  <a:lnTo>
                    <a:pt x="77420" y="29218"/>
                  </a:lnTo>
                  <a:lnTo>
                    <a:pt x="29218" y="77420"/>
                  </a:lnTo>
                  <a:lnTo>
                    <a:pt x="3372" y="139817"/>
                  </a:lnTo>
                  <a:lnTo>
                    <a:pt x="0" y="173901"/>
                  </a:lnTo>
                  <a:lnTo>
                    <a:pt x="3372" y="207986"/>
                  </a:lnTo>
                  <a:lnTo>
                    <a:pt x="29218" y="270383"/>
                  </a:lnTo>
                  <a:lnTo>
                    <a:pt x="77420" y="318585"/>
                  </a:lnTo>
                  <a:lnTo>
                    <a:pt x="139817" y="344431"/>
                  </a:lnTo>
                  <a:lnTo>
                    <a:pt x="173901" y="347803"/>
                  </a:lnTo>
                  <a:close/>
                </a:path>
              </a:pathLst>
            </a:custGeom>
            <a:ln w="1905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1549439" y="7809795"/>
              <a:ext cx="316230" cy="347980"/>
            </a:xfrm>
            <a:custGeom>
              <a:avLst/>
              <a:gdLst/>
              <a:ahLst/>
              <a:cxnLst/>
              <a:rect l="l" t="t" r="r" b="b"/>
              <a:pathLst>
                <a:path w="316230" h="347979">
                  <a:moveTo>
                    <a:pt x="0" y="273823"/>
                  </a:moveTo>
                  <a:lnTo>
                    <a:pt x="45381" y="318585"/>
                  </a:lnTo>
                  <a:lnTo>
                    <a:pt x="107778" y="344431"/>
                  </a:lnTo>
                  <a:lnTo>
                    <a:pt x="141862" y="347803"/>
                  </a:lnTo>
                  <a:lnTo>
                    <a:pt x="175946" y="344431"/>
                  </a:lnTo>
                  <a:lnTo>
                    <a:pt x="238343" y="318585"/>
                  </a:lnTo>
                  <a:lnTo>
                    <a:pt x="286546" y="270383"/>
                  </a:lnTo>
                  <a:lnTo>
                    <a:pt x="312391" y="207986"/>
                  </a:lnTo>
                  <a:lnTo>
                    <a:pt x="315764" y="173901"/>
                  </a:lnTo>
                  <a:lnTo>
                    <a:pt x="312391" y="139817"/>
                  </a:lnTo>
                  <a:lnTo>
                    <a:pt x="286546" y="77420"/>
                  </a:lnTo>
                  <a:lnTo>
                    <a:pt x="238343" y="29218"/>
                  </a:lnTo>
                  <a:lnTo>
                    <a:pt x="175946" y="3372"/>
                  </a:lnTo>
                  <a:lnTo>
                    <a:pt x="141862" y="0"/>
                  </a:lnTo>
                  <a:lnTo>
                    <a:pt x="107778" y="3372"/>
                  </a:lnTo>
                  <a:lnTo>
                    <a:pt x="75313" y="13238"/>
                  </a:lnTo>
                  <a:lnTo>
                    <a:pt x="45381" y="29218"/>
                  </a:lnTo>
                  <a:lnTo>
                    <a:pt x="18895" y="50934"/>
                  </a:lnTo>
                  <a:lnTo>
                    <a:pt x="0" y="73980"/>
                  </a:lnTo>
                </a:path>
              </a:pathLst>
            </a:custGeom>
            <a:ln w="1905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1549439" y="7809795"/>
              <a:ext cx="176530" cy="347980"/>
            </a:xfrm>
            <a:custGeom>
              <a:avLst/>
              <a:gdLst/>
              <a:ahLst/>
              <a:cxnLst/>
              <a:rect l="l" t="t" r="r" b="b"/>
              <a:pathLst>
                <a:path w="176530" h="347979">
                  <a:moveTo>
                    <a:pt x="0" y="347545"/>
                  </a:moveTo>
                  <a:lnTo>
                    <a:pt x="69161" y="334565"/>
                  </a:lnTo>
                  <a:lnTo>
                    <a:pt x="125579" y="296869"/>
                  </a:lnTo>
                  <a:lnTo>
                    <a:pt x="163276" y="240451"/>
                  </a:lnTo>
                  <a:lnTo>
                    <a:pt x="176514" y="173901"/>
                  </a:lnTo>
                  <a:lnTo>
                    <a:pt x="173141" y="139817"/>
                  </a:lnTo>
                  <a:lnTo>
                    <a:pt x="147296" y="77420"/>
                  </a:lnTo>
                  <a:lnTo>
                    <a:pt x="99093" y="29218"/>
                  </a:lnTo>
                  <a:lnTo>
                    <a:pt x="36696" y="3372"/>
                  </a:lnTo>
                  <a:lnTo>
                    <a:pt x="2612" y="0"/>
                  </a:lnTo>
                  <a:lnTo>
                    <a:pt x="0" y="258"/>
                  </a:lnTo>
                </a:path>
              </a:pathLst>
            </a:custGeom>
            <a:ln w="1905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3258679" y="7749621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79" h="347979">
                  <a:moveTo>
                    <a:pt x="173901" y="347803"/>
                  </a:moveTo>
                  <a:lnTo>
                    <a:pt x="240451" y="334565"/>
                  </a:lnTo>
                  <a:lnTo>
                    <a:pt x="296869" y="296869"/>
                  </a:lnTo>
                  <a:lnTo>
                    <a:pt x="334565" y="240451"/>
                  </a:lnTo>
                  <a:lnTo>
                    <a:pt x="347803" y="173901"/>
                  </a:lnTo>
                  <a:lnTo>
                    <a:pt x="344431" y="139817"/>
                  </a:lnTo>
                  <a:lnTo>
                    <a:pt x="318585" y="77420"/>
                  </a:lnTo>
                  <a:lnTo>
                    <a:pt x="270383" y="29218"/>
                  </a:lnTo>
                  <a:lnTo>
                    <a:pt x="207986" y="3372"/>
                  </a:lnTo>
                  <a:lnTo>
                    <a:pt x="173901" y="0"/>
                  </a:lnTo>
                  <a:lnTo>
                    <a:pt x="139817" y="3372"/>
                  </a:lnTo>
                  <a:lnTo>
                    <a:pt x="77420" y="29218"/>
                  </a:lnTo>
                  <a:lnTo>
                    <a:pt x="29218" y="77420"/>
                  </a:lnTo>
                  <a:lnTo>
                    <a:pt x="3372" y="139817"/>
                  </a:lnTo>
                  <a:lnTo>
                    <a:pt x="0" y="173901"/>
                  </a:lnTo>
                  <a:lnTo>
                    <a:pt x="3372" y="207986"/>
                  </a:lnTo>
                  <a:lnTo>
                    <a:pt x="29218" y="270383"/>
                  </a:lnTo>
                  <a:lnTo>
                    <a:pt x="77420" y="318585"/>
                  </a:lnTo>
                  <a:lnTo>
                    <a:pt x="139817" y="344431"/>
                  </a:lnTo>
                  <a:lnTo>
                    <a:pt x="173901" y="347803"/>
                  </a:lnTo>
                  <a:close/>
                </a:path>
              </a:pathLst>
            </a:custGeom>
            <a:ln w="1905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" name="object 135"/>
            <p:cNvSpPr/>
            <p:nvPr/>
          </p:nvSpPr>
          <p:spPr>
            <a:xfrm>
              <a:off x="2320243" y="7745352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80" h="347979">
                  <a:moveTo>
                    <a:pt x="173901" y="347803"/>
                  </a:moveTo>
                  <a:lnTo>
                    <a:pt x="240451" y="334565"/>
                  </a:lnTo>
                  <a:lnTo>
                    <a:pt x="296869" y="296869"/>
                  </a:lnTo>
                  <a:lnTo>
                    <a:pt x="334565" y="240451"/>
                  </a:lnTo>
                  <a:lnTo>
                    <a:pt x="347803" y="173901"/>
                  </a:lnTo>
                  <a:lnTo>
                    <a:pt x="344431" y="139817"/>
                  </a:lnTo>
                  <a:lnTo>
                    <a:pt x="318585" y="77420"/>
                  </a:lnTo>
                  <a:lnTo>
                    <a:pt x="270383" y="29218"/>
                  </a:lnTo>
                  <a:lnTo>
                    <a:pt x="207986" y="3372"/>
                  </a:lnTo>
                  <a:lnTo>
                    <a:pt x="173901" y="0"/>
                  </a:lnTo>
                  <a:lnTo>
                    <a:pt x="139817" y="3372"/>
                  </a:lnTo>
                  <a:lnTo>
                    <a:pt x="77420" y="29218"/>
                  </a:lnTo>
                  <a:lnTo>
                    <a:pt x="29218" y="77420"/>
                  </a:lnTo>
                  <a:lnTo>
                    <a:pt x="3372" y="139817"/>
                  </a:lnTo>
                  <a:lnTo>
                    <a:pt x="0" y="173901"/>
                  </a:lnTo>
                  <a:lnTo>
                    <a:pt x="3372" y="207986"/>
                  </a:lnTo>
                  <a:lnTo>
                    <a:pt x="29218" y="270383"/>
                  </a:lnTo>
                  <a:lnTo>
                    <a:pt x="77420" y="318585"/>
                  </a:lnTo>
                  <a:lnTo>
                    <a:pt x="139817" y="344431"/>
                  </a:lnTo>
                  <a:lnTo>
                    <a:pt x="173901" y="347803"/>
                  </a:lnTo>
                  <a:close/>
                </a:path>
              </a:pathLst>
            </a:custGeom>
            <a:ln w="1905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" name="object 136"/>
            <p:cNvSpPr/>
            <p:nvPr/>
          </p:nvSpPr>
          <p:spPr>
            <a:xfrm>
              <a:off x="1926006" y="7735877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80" h="347979">
                  <a:moveTo>
                    <a:pt x="173901" y="347803"/>
                  </a:moveTo>
                  <a:lnTo>
                    <a:pt x="240451" y="334565"/>
                  </a:lnTo>
                  <a:lnTo>
                    <a:pt x="296869" y="296869"/>
                  </a:lnTo>
                  <a:lnTo>
                    <a:pt x="334565" y="240451"/>
                  </a:lnTo>
                  <a:lnTo>
                    <a:pt x="347803" y="173901"/>
                  </a:lnTo>
                  <a:lnTo>
                    <a:pt x="344431" y="139817"/>
                  </a:lnTo>
                  <a:lnTo>
                    <a:pt x="318585" y="77420"/>
                  </a:lnTo>
                  <a:lnTo>
                    <a:pt x="270383" y="29218"/>
                  </a:lnTo>
                  <a:lnTo>
                    <a:pt x="207986" y="3372"/>
                  </a:lnTo>
                  <a:lnTo>
                    <a:pt x="173901" y="0"/>
                  </a:lnTo>
                  <a:lnTo>
                    <a:pt x="139817" y="3372"/>
                  </a:lnTo>
                  <a:lnTo>
                    <a:pt x="77420" y="29218"/>
                  </a:lnTo>
                  <a:lnTo>
                    <a:pt x="29218" y="77420"/>
                  </a:lnTo>
                  <a:lnTo>
                    <a:pt x="3372" y="139817"/>
                  </a:lnTo>
                  <a:lnTo>
                    <a:pt x="0" y="173901"/>
                  </a:lnTo>
                  <a:lnTo>
                    <a:pt x="3372" y="207986"/>
                  </a:lnTo>
                  <a:lnTo>
                    <a:pt x="29218" y="270383"/>
                  </a:lnTo>
                  <a:lnTo>
                    <a:pt x="77420" y="318585"/>
                  </a:lnTo>
                  <a:lnTo>
                    <a:pt x="139817" y="344431"/>
                  </a:lnTo>
                  <a:lnTo>
                    <a:pt x="173901" y="347803"/>
                  </a:lnTo>
                  <a:close/>
                </a:path>
              </a:pathLst>
            </a:custGeom>
            <a:ln w="1905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" name="object 137"/>
            <p:cNvSpPr/>
            <p:nvPr/>
          </p:nvSpPr>
          <p:spPr>
            <a:xfrm>
              <a:off x="1927312" y="7676232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80" h="347979">
                  <a:moveTo>
                    <a:pt x="173901" y="347803"/>
                  </a:moveTo>
                  <a:lnTo>
                    <a:pt x="240451" y="334565"/>
                  </a:lnTo>
                  <a:lnTo>
                    <a:pt x="296869" y="296869"/>
                  </a:lnTo>
                  <a:lnTo>
                    <a:pt x="334565" y="240451"/>
                  </a:lnTo>
                  <a:lnTo>
                    <a:pt x="347803" y="173901"/>
                  </a:lnTo>
                  <a:lnTo>
                    <a:pt x="344431" y="139817"/>
                  </a:lnTo>
                  <a:lnTo>
                    <a:pt x="318585" y="77420"/>
                  </a:lnTo>
                  <a:lnTo>
                    <a:pt x="270383" y="29218"/>
                  </a:lnTo>
                  <a:lnTo>
                    <a:pt x="207986" y="3372"/>
                  </a:lnTo>
                  <a:lnTo>
                    <a:pt x="173901" y="0"/>
                  </a:lnTo>
                  <a:lnTo>
                    <a:pt x="139817" y="3372"/>
                  </a:lnTo>
                  <a:lnTo>
                    <a:pt x="77420" y="29218"/>
                  </a:lnTo>
                  <a:lnTo>
                    <a:pt x="29218" y="77420"/>
                  </a:lnTo>
                  <a:lnTo>
                    <a:pt x="3372" y="139817"/>
                  </a:lnTo>
                  <a:lnTo>
                    <a:pt x="0" y="173901"/>
                  </a:lnTo>
                  <a:lnTo>
                    <a:pt x="3372" y="207986"/>
                  </a:lnTo>
                  <a:lnTo>
                    <a:pt x="29218" y="270383"/>
                  </a:lnTo>
                  <a:lnTo>
                    <a:pt x="77420" y="318585"/>
                  </a:lnTo>
                  <a:lnTo>
                    <a:pt x="139817" y="344431"/>
                  </a:lnTo>
                  <a:lnTo>
                    <a:pt x="173901" y="347803"/>
                  </a:lnTo>
                  <a:close/>
                </a:path>
              </a:pathLst>
            </a:custGeom>
            <a:ln w="1905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" name="object 138"/>
            <p:cNvSpPr/>
            <p:nvPr/>
          </p:nvSpPr>
          <p:spPr>
            <a:xfrm>
              <a:off x="1549439" y="7676232"/>
              <a:ext cx="177165" cy="347980"/>
            </a:xfrm>
            <a:custGeom>
              <a:avLst/>
              <a:gdLst/>
              <a:ahLst/>
              <a:cxnLst/>
              <a:rect l="l" t="t" r="r" b="b"/>
              <a:pathLst>
                <a:path w="177164" h="347979">
                  <a:moveTo>
                    <a:pt x="0" y="347493"/>
                  </a:moveTo>
                  <a:lnTo>
                    <a:pt x="69684" y="334565"/>
                  </a:lnTo>
                  <a:lnTo>
                    <a:pt x="126102" y="296869"/>
                  </a:lnTo>
                  <a:lnTo>
                    <a:pt x="163798" y="240451"/>
                  </a:lnTo>
                  <a:lnTo>
                    <a:pt x="177036" y="173901"/>
                  </a:lnTo>
                  <a:lnTo>
                    <a:pt x="173664" y="139817"/>
                  </a:lnTo>
                  <a:lnTo>
                    <a:pt x="147818" y="77420"/>
                  </a:lnTo>
                  <a:lnTo>
                    <a:pt x="99616" y="29218"/>
                  </a:lnTo>
                  <a:lnTo>
                    <a:pt x="37219" y="3372"/>
                  </a:lnTo>
                  <a:lnTo>
                    <a:pt x="3135" y="0"/>
                  </a:lnTo>
                  <a:lnTo>
                    <a:pt x="0" y="310"/>
                  </a:lnTo>
                </a:path>
              </a:pathLst>
            </a:custGeom>
            <a:ln w="1905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3494071" y="7576563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79" h="347979">
                  <a:moveTo>
                    <a:pt x="173901" y="347803"/>
                  </a:moveTo>
                  <a:lnTo>
                    <a:pt x="240451" y="334565"/>
                  </a:lnTo>
                  <a:lnTo>
                    <a:pt x="296869" y="296869"/>
                  </a:lnTo>
                  <a:lnTo>
                    <a:pt x="334565" y="240451"/>
                  </a:lnTo>
                  <a:lnTo>
                    <a:pt x="347803" y="173901"/>
                  </a:lnTo>
                  <a:lnTo>
                    <a:pt x="344431" y="139817"/>
                  </a:lnTo>
                  <a:lnTo>
                    <a:pt x="318585" y="77420"/>
                  </a:lnTo>
                  <a:lnTo>
                    <a:pt x="270383" y="29218"/>
                  </a:lnTo>
                  <a:lnTo>
                    <a:pt x="207986" y="3372"/>
                  </a:lnTo>
                  <a:lnTo>
                    <a:pt x="173901" y="0"/>
                  </a:lnTo>
                  <a:lnTo>
                    <a:pt x="139817" y="3372"/>
                  </a:lnTo>
                  <a:lnTo>
                    <a:pt x="77420" y="29218"/>
                  </a:lnTo>
                  <a:lnTo>
                    <a:pt x="29218" y="77420"/>
                  </a:lnTo>
                  <a:lnTo>
                    <a:pt x="3372" y="139817"/>
                  </a:lnTo>
                  <a:lnTo>
                    <a:pt x="0" y="173901"/>
                  </a:lnTo>
                  <a:lnTo>
                    <a:pt x="3372" y="207986"/>
                  </a:lnTo>
                  <a:lnTo>
                    <a:pt x="29218" y="270383"/>
                  </a:lnTo>
                  <a:lnTo>
                    <a:pt x="77420" y="318585"/>
                  </a:lnTo>
                  <a:lnTo>
                    <a:pt x="139817" y="344431"/>
                  </a:lnTo>
                  <a:lnTo>
                    <a:pt x="173901" y="347803"/>
                  </a:lnTo>
                  <a:close/>
                </a:path>
              </a:pathLst>
            </a:custGeom>
            <a:ln w="1905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2872854" y="7456475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80" h="347979">
                  <a:moveTo>
                    <a:pt x="173901" y="347803"/>
                  </a:moveTo>
                  <a:lnTo>
                    <a:pt x="240451" y="334565"/>
                  </a:lnTo>
                  <a:lnTo>
                    <a:pt x="296869" y="296869"/>
                  </a:lnTo>
                  <a:lnTo>
                    <a:pt x="334565" y="240451"/>
                  </a:lnTo>
                  <a:lnTo>
                    <a:pt x="347803" y="173901"/>
                  </a:lnTo>
                  <a:lnTo>
                    <a:pt x="344431" y="139817"/>
                  </a:lnTo>
                  <a:lnTo>
                    <a:pt x="318585" y="77420"/>
                  </a:lnTo>
                  <a:lnTo>
                    <a:pt x="270383" y="29218"/>
                  </a:lnTo>
                  <a:lnTo>
                    <a:pt x="207986" y="3372"/>
                  </a:lnTo>
                  <a:lnTo>
                    <a:pt x="173901" y="0"/>
                  </a:lnTo>
                  <a:lnTo>
                    <a:pt x="139817" y="3372"/>
                  </a:lnTo>
                  <a:lnTo>
                    <a:pt x="77420" y="29218"/>
                  </a:lnTo>
                  <a:lnTo>
                    <a:pt x="29218" y="77420"/>
                  </a:lnTo>
                  <a:lnTo>
                    <a:pt x="3372" y="139817"/>
                  </a:lnTo>
                  <a:lnTo>
                    <a:pt x="0" y="173901"/>
                  </a:lnTo>
                  <a:lnTo>
                    <a:pt x="3372" y="207986"/>
                  </a:lnTo>
                  <a:lnTo>
                    <a:pt x="29218" y="270383"/>
                  </a:lnTo>
                  <a:lnTo>
                    <a:pt x="77420" y="318585"/>
                  </a:lnTo>
                  <a:lnTo>
                    <a:pt x="139817" y="344431"/>
                  </a:lnTo>
                  <a:lnTo>
                    <a:pt x="173901" y="347803"/>
                  </a:lnTo>
                  <a:close/>
                </a:path>
              </a:pathLst>
            </a:custGeom>
            <a:ln w="1905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" name="object 141"/>
            <p:cNvSpPr/>
            <p:nvPr/>
          </p:nvSpPr>
          <p:spPr>
            <a:xfrm>
              <a:off x="4963329" y="7319978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79" h="347979">
                  <a:moveTo>
                    <a:pt x="173901" y="347803"/>
                  </a:moveTo>
                  <a:lnTo>
                    <a:pt x="240451" y="334565"/>
                  </a:lnTo>
                  <a:lnTo>
                    <a:pt x="296869" y="296869"/>
                  </a:lnTo>
                  <a:lnTo>
                    <a:pt x="334565" y="240451"/>
                  </a:lnTo>
                  <a:lnTo>
                    <a:pt x="347803" y="173901"/>
                  </a:lnTo>
                  <a:lnTo>
                    <a:pt x="344431" y="139817"/>
                  </a:lnTo>
                  <a:lnTo>
                    <a:pt x="318585" y="77420"/>
                  </a:lnTo>
                  <a:lnTo>
                    <a:pt x="270383" y="29218"/>
                  </a:lnTo>
                  <a:lnTo>
                    <a:pt x="207986" y="3372"/>
                  </a:lnTo>
                  <a:lnTo>
                    <a:pt x="173901" y="0"/>
                  </a:lnTo>
                  <a:lnTo>
                    <a:pt x="139817" y="3372"/>
                  </a:lnTo>
                  <a:lnTo>
                    <a:pt x="77420" y="29218"/>
                  </a:lnTo>
                  <a:lnTo>
                    <a:pt x="29218" y="77420"/>
                  </a:lnTo>
                  <a:lnTo>
                    <a:pt x="3372" y="139817"/>
                  </a:lnTo>
                  <a:lnTo>
                    <a:pt x="0" y="173901"/>
                  </a:lnTo>
                  <a:lnTo>
                    <a:pt x="3372" y="207986"/>
                  </a:lnTo>
                  <a:lnTo>
                    <a:pt x="29218" y="270383"/>
                  </a:lnTo>
                  <a:lnTo>
                    <a:pt x="77420" y="318585"/>
                  </a:lnTo>
                  <a:lnTo>
                    <a:pt x="139817" y="344431"/>
                  </a:lnTo>
                  <a:lnTo>
                    <a:pt x="173901" y="347803"/>
                  </a:lnTo>
                  <a:close/>
                </a:path>
              </a:pathLst>
            </a:custGeom>
            <a:ln w="1905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" name="object 142"/>
            <p:cNvSpPr/>
            <p:nvPr/>
          </p:nvSpPr>
          <p:spPr>
            <a:xfrm>
              <a:off x="1602042" y="8352190"/>
              <a:ext cx="330835" cy="207010"/>
            </a:xfrm>
            <a:custGeom>
              <a:avLst/>
              <a:gdLst/>
              <a:ahLst/>
              <a:cxnLst/>
              <a:rect l="l" t="t" r="r" b="b"/>
              <a:pathLst>
                <a:path w="330835" h="207009">
                  <a:moveTo>
                    <a:pt x="232516" y="206593"/>
                  </a:moveTo>
                  <a:lnTo>
                    <a:pt x="228564" y="194428"/>
                  </a:lnTo>
                  <a:lnTo>
                    <a:pt x="330781" y="120163"/>
                  </a:lnTo>
                  <a:lnTo>
                    <a:pt x="204433" y="120163"/>
                  </a:lnTo>
                  <a:lnTo>
                    <a:pt x="165390" y="0"/>
                  </a:lnTo>
                  <a:lnTo>
                    <a:pt x="126347" y="120163"/>
                  </a:lnTo>
                  <a:lnTo>
                    <a:pt x="0" y="120163"/>
                  </a:lnTo>
                  <a:lnTo>
                    <a:pt x="102216" y="194428"/>
                  </a:lnTo>
                  <a:lnTo>
                    <a:pt x="98264" y="206593"/>
                  </a:lnTo>
                </a:path>
              </a:pathLst>
            </a:custGeom>
            <a:ln w="19050">
              <a:solidFill>
                <a:srgbClr val="BCBD2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" name="object 143"/>
            <p:cNvSpPr/>
            <p:nvPr/>
          </p:nvSpPr>
          <p:spPr>
            <a:xfrm>
              <a:off x="2092578" y="8092536"/>
              <a:ext cx="330835" cy="314960"/>
            </a:xfrm>
            <a:custGeom>
              <a:avLst/>
              <a:gdLst/>
              <a:ahLst/>
              <a:cxnLst/>
              <a:rect l="l" t="t" r="r" b="b"/>
              <a:pathLst>
                <a:path w="330835" h="314959">
                  <a:moveTo>
                    <a:pt x="165390" y="0"/>
                  </a:moveTo>
                  <a:lnTo>
                    <a:pt x="126347" y="120163"/>
                  </a:lnTo>
                  <a:lnTo>
                    <a:pt x="0" y="120163"/>
                  </a:lnTo>
                  <a:lnTo>
                    <a:pt x="102216" y="194428"/>
                  </a:lnTo>
                  <a:lnTo>
                    <a:pt x="63173" y="314591"/>
                  </a:lnTo>
                  <a:lnTo>
                    <a:pt x="165390" y="240326"/>
                  </a:lnTo>
                  <a:lnTo>
                    <a:pt x="267607" y="314591"/>
                  </a:lnTo>
                  <a:lnTo>
                    <a:pt x="228564" y="194428"/>
                  </a:lnTo>
                  <a:lnTo>
                    <a:pt x="330781" y="120163"/>
                  </a:lnTo>
                  <a:lnTo>
                    <a:pt x="204433" y="120163"/>
                  </a:lnTo>
                  <a:lnTo>
                    <a:pt x="165390" y="0"/>
                  </a:lnTo>
                  <a:close/>
                </a:path>
              </a:pathLst>
            </a:custGeom>
            <a:ln w="19050">
              <a:solidFill>
                <a:srgbClr val="BCBD2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" name="object 144"/>
            <p:cNvSpPr/>
            <p:nvPr/>
          </p:nvSpPr>
          <p:spPr>
            <a:xfrm>
              <a:off x="1549439" y="8074654"/>
              <a:ext cx="167640" cy="314960"/>
            </a:xfrm>
            <a:custGeom>
              <a:avLst/>
              <a:gdLst/>
              <a:ahLst/>
              <a:cxnLst/>
              <a:rect l="l" t="t" r="r" b="b"/>
              <a:pathLst>
                <a:path w="167639" h="314959">
                  <a:moveTo>
                    <a:pt x="0" y="241845"/>
                  </a:moveTo>
                  <a:lnTo>
                    <a:pt x="2090" y="240326"/>
                  </a:lnTo>
                  <a:lnTo>
                    <a:pt x="104307" y="314591"/>
                  </a:lnTo>
                  <a:lnTo>
                    <a:pt x="65263" y="194428"/>
                  </a:lnTo>
                  <a:lnTo>
                    <a:pt x="167480" y="120163"/>
                  </a:lnTo>
                  <a:lnTo>
                    <a:pt x="41133" y="120163"/>
                  </a:lnTo>
                  <a:lnTo>
                    <a:pt x="2090" y="0"/>
                  </a:lnTo>
                  <a:lnTo>
                    <a:pt x="0" y="6432"/>
                  </a:lnTo>
                </a:path>
              </a:pathLst>
            </a:custGeom>
            <a:ln w="19050">
              <a:solidFill>
                <a:srgbClr val="BCBD2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" name="object 145"/>
            <p:cNvSpPr/>
            <p:nvPr/>
          </p:nvSpPr>
          <p:spPr>
            <a:xfrm>
              <a:off x="1549439" y="4638841"/>
              <a:ext cx="181610" cy="314960"/>
            </a:xfrm>
            <a:custGeom>
              <a:avLst/>
              <a:gdLst/>
              <a:ahLst/>
              <a:cxnLst/>
              <a:rect l="l" t="t" r="r" b="b"/>
              <a:pathLst>
                <a:path w="181610" h="314960">
                  <a:moveTo>
                    <a:pt x="0" y="251715"/>
                  </a:moveTo>
                  <a:lnTo>
                    <a:pt x="15675" y="240326"/>
                  </a:lnTo>
                  <a:lnTo>
                    <a:pt x="117892" y="314591"/>
                  </a:lnTo>
                  <a:lnTo>
                    <a:pt x="78848" y="194428"/>
                  </a:lnTo>
                  <a:lnTo>
                    <a:pt x="181065" y="120163"/>
                  </a:lnTo>
                  <a:lnTo>
                    <a:pt x="54718" y="120163"/>
                  </a:lnTo>
                  <a:lnTo>
                    <a:pt x="15675" y="0"/>
                  </a:lnTo>
                  <a:lnTo>
                    <a:pt x="0" y="48244"/>
                  </a:lnTo>
                </a:path>
              </a:pathLst>
            </a:custGeom>
            <a:ln w="19050">
              <a:solidFill>
                <a:srgbClr val="BCBD2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6" name="object 146"/>
          <p:cNvSpPr txBox="1"/>
          <p:nvPr/>
        </p:nvSpPr>
        <p:spPr>
          <a:xfrm>
            <a:off x="517666" y="8145634"/>
            <a:ext cx="955891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35" dirty="0">
                <a:latin typeface="Lucida Sans"/>
                <a:cs typeface="Lucida Sans"/>
              </a:rPr>
              <a:t>20.0K</a:t>
            </a:r>
            <a:endParaRPr sz="2800" dirty="0">
              <a:latin typeface="Lucida Sans"/>
              <a:cs typeface="Lucida Sans"/>
            </a:endParaRPr>
          </a:p>
        </p:txBody>
      </p:sp>
      <p:sp>
        <p:nvSpPr>
          <p:cNvPr id="147" name="object 147"/>
          <p:cNvSpPr txBox="1"/>
          <p:nvPr/>
        </p:nvSpPr>
        <p:spPr>
          <a:xfrm>
            <a:off x="318049" y="2808405"/>
            <a:ext cx="1155905" cy="514179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95"/>
              </a:spcBef>
            </a:pPr>
            <a:r>
              <a:rPr sz="2800" spc="-140" dirty="0">
                <a:latin typeface="Lucida Sans"/>
                <a:cs typeface="Lucida Sans"/>
              </a:rPr>
              <a:t>120.0K</a:t>
            </a:r>
            <a:endParaRPr sz="2800" dirty="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</a:pPr>
            <a:endParaRPr sz="2000" dirty="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994"/>
              </a:spcBef>
            </a:pPr>
            <a:endParaRPr sz="2000" dirty="0">
              <a:latin typeface="Lucida Sans"/>
              <a:cs typeface="Lucida Sans"/>
            </a:endParaRPr>
          </a:p>
          <a:p>
            <a:pPr marR="5080" algn="r">
              <a:lnSpc>
                <a:spcPct val="100000"/>
              </a:lnSpc>
            </a:pPr>
            <a:r>
              <a:rPr sz="2800" spc="-140" dirty="0">
                <a:latin typeface="Lucida Sans"/>
                <a:cs typeface="Lucida Sans"/>
              </a:rPr>
              <a:t>100.0K</a:t>
            </a:r>
            <a:endParaRPr sz="2250" dirty="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</a:pPr>
            <a:endParaRPr sz="2000" dirty="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994"/>
              </a:spcBef>
            </a:pPr>
            <a:endParaRPr sz="2000" dirty="0">
              <a:latin typeface="Lucida Sans"/>
              <a:cs typeface="Lucida Sans"/>
            </a:endParaRPr>
          </a:p>
          <a:p>
            <a:pPr marR="5080" algn="r">
              <a:lnSpc>
                <a:spcPct val="100000"/>
              </a:lnSpc>
            </a:pPr>
            <a:r>
              <a:rPr sz="2800" spc="-10" dirty="0">
                <a:latin typeface="Lucida Sans"/>
                <a:cs typeface="Lucida Sans"/>
              </a:rPr>
              <a:t>80.0K</a:t>
            </a:r>
            <a:endParaRPr sz="2800" dirty="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</a:pPr>
            <a:endParaRPr sz="2000" dirty="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994"/>
              </a:spcBef>
            </a:pPr>
            <a:endParaRPr sz="2000" dirty="0">
              <a:latin typeface="Lucida Sans"/>
              <a:cs typeface="Lucida Sans"/>
            </a:endParaRPr>
          </a:p>
          <a:p>
            <a:pPr marR="5080" algn="r">
              <a:lnSpc>
                <a:spcPct val="100000"/>
              </a:lnSpc>
            </a:pPr>
            <a:r>
              <a:rPr sz="2800" spc="-10" dirty="0">
                <a:latin typeface="Lucida Sans"/>
                <a:cs typeface="Lucida Sans"/>
              </a:rPr>
              <a:t>60.0K</a:t>
            </a:r>
            <a:endParaRPr sz="2800" dirty="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</a:pPr>
            <a:endParaRPr sz="2000" dirty="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990"/>
              </a:spcBef>
            </a:pPr>
            <a:endParaRPr sz="2000" dirty="0">
              <a:latin typeface="Lucida Sans"/>
              <a:cs typeface="Lucida Sans"/>
            </a:endParaRPr>
          </a:p>
          <a:p>
            <a:pPr marR="5080" algn="r">
              <a:lnSpc>
                <a:spcPct val="100000"/>
              </a:lnSpc>
              <a:spcBef>
                <a:spcPts val="5"/>
              </a:spcBef>
            </a:pPr>
            <a:r>
              <a:rPr sz="2800" spc="-10" dirty="0">
                <a:latin typeface="Lucida Sans"/>
                <a:cs typeface="Lucida Sans"/>
              </a:rPr>
              <a:t>40.0K</a:t>
            </a:r>
            <a:endParaRPr sz="2800" dirty="0">
              <a:latin typeface="Lucida Sans"/>
              <a:cs typeface="Lucida Sans"/>
            </a:endParaRPr>
          </a:p>
        </p:txBody>
      </p:sp>
      <p:sp>
        <p:nvSpPr>
          <p:cNvPr id="148" name="object 148"/>
          <p:cNvSpPr txBox="1"/>
          <p:nvPr/>
        </p:nvSpPr>
        <p:spPr>
          <a:xfrm>
            <a:off x="55522" y="3257550"/>
            <a:ext cx="274320" cy="434186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260"/>
              </a:lnSpc>
            </a:pPr>
            <a:r>
              <a:rPr sz="2800" spc="-195" dirty="0">
                <a:latin typeface="Lucida Sans"/>
              </a:rPr>
              <a:t>Total Cost in Thousands ($)</a:t>
            </a:r>
          </a:p>
        </p:txBody>
      </p:sp>
      <p:sp>
        <p:nvSpPr>
          <p:cNvPr id="149" name="object 149"/>
          <p:cNvSpPr txBox="1"/>
          <p:nvPr/>
        </p:nvSpPr>
        <p:spPr>
          <a:xfrm>
            <a:off x="3885406" y="9723794"/>
            <a:ext cx="603667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265" dirty="0">
                <a:latin typeface="Verdana"/>
                <a:cs typeface="Verdana"/>
              </a:rPr>
              <a:t>(a)</a:t>
            </a:r>
            <a:endParaRPr sz="2800" dirty="0">
              <a:latin typeface="Verdana"/>
              <a:cs typeface="Verdana"/>
            </a:endParaRPr>
          </a:p>
        </p:txBody>
      </p:sp>
      <p:sp>
        <p:nvSpPr>
          <p:cNvPr id="153" name="object 153"/>
          <p:cNvSpPr txBox="1"/>
          <p:nvPr/>
        </p:nvSpPr>
        <p:spPr>
          <a:xfrm>
            <a:off x="7122869" y="8542567"/>
            <a:ext cx="253343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0" dirty="0">
                <a:latin typeface="Lucida Sans"/>
                <a:cs typeface="Lucida Sans"/>
              </a:rPr>
              <a:t>0</a:t>
            </a:r>
            <a:endParaRPr sz="2800">
              <a:latin typeface="Lucida Sans"/>
              <a:cs typeface="Lucida Sans"/>
            </a:endParaRPr>
          </a:p>
        </p:txBody>
      </p:sp>
      <p:grpSp>
        <p:nvGrpSpPr>
          <p:cNvPr id="154" name="object 154"/>
          <p:cNvGrpSpPr/>
          <p:nvPr/>
        </p:nvGrpSpPr>
        <p:grpSpPr>
          <a:xfrm>
            <a:off x="8859559" y="8553704"/>
            <a:ext cx="3145790" cy="54610"/>
            <a:chOff x="8859559" y="8553704"/>
            <a:chExt cx="3145790" cy="54610"/>
          </a:xfrm>
        </p:grpSpPr>
        <p:sp>
          <p:nvSpPr>
            <p:cNvPr id="155" name="object 155"/>
            <p:cNvSpPr/>
            <p:nvPr/>
          </p:nvSpPr>
          <p:spPr>
            <a:xfrm>
              <a:off x="8864639" y="8558784"/>
              <a:ext cx="0" cy="44450"/>
            </a:xfrm>
            <a:custGeom>
              <a:avLst/>
              <a:gdLst/>
              <a:ahLst/>
              <a:cxnLst/>
              <a:rect l="l" t="t" r="r" b="b"/>
              <a:pathLst>
                <a:path h="44450">
                  <a:moveTo>
                    <a:pt x="0" y="0"/>
                  </a:moveTo>
                  <a:lnTo>
                    <a:pt x="0" y="4445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" name="object 156"/>
            <p:cNvSpPr/>
            <p:nvPr/>
          </p:nvSpPr>
          <p:spPr>
            <a:xfrm>
              <a:off x="8864639" y="8558784"/>
              <a:ext cx="0" cy="44450"/>
            </a:xfrm>
            <a:custGeom>
              <a:avLst/>
              <a:gdLst/>
              <a:ahLst/>
              <a:cxnLst/>
              <a:rect l="l" t="t" r="r" b="b"/>
              <a:pathLst>
                <a:path h="44450">
                  <a:moveTo>
                    <a:pt x="0" y="0"/>
                  </a:moveTo>
                  <a:lnTo>
                    <a:pt x="0" y="44450"/>
                  </a:lnTo>
                </a:path>
              </a:pathLst>
            </a:custGeom>
            <a:ln w="101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" name="object 157"/>
            <p:cNvSpPr/>
            <p:nvPr/>
          </p:nvSpPr>
          <p:spPr>
            <a:xfrm>
              <a:off x="10432182" y="8558784"/>
              <a:ext cx="0" cy="44450"/>
            </a:xfrm>
            <a:custGeom>
              <a:avLst/>
              <a:gdLst/>
              <a:ahLst/>
              <a:cxnLst/>
              <a:rect l="l" t="t" r="r" b="b"/>
              <a:pathLst>
                <a:path h="44450">
                  <a:moveTo>
                    <a:pt x="0" y="0"/>
                  </a:moveTo>
                  <a:lnTo>
                    <a:pt x="0" y="4445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" name="object 158"/>
            <p:cNvSpPr/>
            <p:nvPr/>
          </p:nvSpPr>
          <p:spPr>
            <a:xfrm>
              <a:off x="10432182" y="8558784"/>
              <a:ext cx="0" cy="44450"/>
            </a:xfrm>
            <a:custGeom>
              <a:avLst/>
              <a:gdLst/>
              <a:ahLst/>
              <a:cxnLst/>
              <a:rect l="l" t="t" r="r" b="b"/>
              <a:pathLst>
                <a:path h="44450">
                  <a:moveTo>
                    <a:pt x="0" y="0"/>
                  </a:moveTo>
                  <a:lnTo>
                    <a:pt x="0" y="44450"/>
                  </a:lnTo>
                </a:path>
              </a:pathLst>
            </a:custGeom>
            <a:ln w="101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" name="object 159"/>
            <p:cNvSpPr/>
            <p:nvPr/>
          </p:nvSpPr>
          <p:spPr>
            <a:xfrm>
              <a:off x="11999725" y="8558784"/>
              <a:ext cx="0" cy="44450"/>
            </a:xfrm>
            <a:custGeom>
              <a:avLst/>
              <a:gdLst/>
              <a:ahLst/>
              <a:cxnLst/>
              <a:rect l="l" t="t" r="r" b="b"/>
              <a:pathLst>
                <a:path h="44450">
                  <a:moveTo>
                    <a:pt x="0" y="0"/>
                  </a:moveTo>
                  <a:lnTo>
                    <a:pt x="0" y="4445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" name="object 160"/>
            <p:cNvSpPr/>
            <p:nvPr/>
          </p:nvSpPr>
          <p:spPr>
            <a:xfrm>
              <a:off x="11999725" y="8558784"/>
              <a:ext cx="0" cy="44450"/>
            </a:xfrm>
            <a:custGeom>
              <a:avLst/>
              <a:gdLst/>
              <a:ahLst/>
              <a:cxnLst/>
              <a:rect l="l" t="t" r="r" b="b"/>
              <a:pathLst>
                <a:path h="44450">
                  <a:moveTo>
                    <a:pt x="0" y="0"/>
                  </a:moveTo>
                  <a:lnTo>
                    <a:pt x="0" y="44450"/>
                  </a:lnTo>
                </a:path>
              </a:pathLst>
            </a:custGeom>
            <a:ln w="101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1" name="object 161"/>
          <p:cNvSpPr txBox="1"/>
          <p:nvPr/>
        </p:nvSpPr>
        <p:spPr>
          <a:xfrm>
            <a:off x="11340913" y="8542567"/>
            <a:ext cx="908598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40" dirty="0">
                <a:latin typeface="Lucida Sans"/>
                <a:cs typeface="Lucida Sans"/>
              </a:rPr>
              <a:t>9000</a:t>
            </a:r>
            <a:endParaRPr sz="2800">
              <a:latin typeface="Lucida Sans"/>
              <a:cs typeface="Lucida Sans"/>
            </a:endParaRPr>
          </a:p>
        </p:txBody>
      </p:sp>
      <p:sp>
        <p:nvSpPr>
          <p:cNvPr id="162" name="object 162"/>
          <p:cNvSpPr txBox="1"/>
          <p:nvPr/>
        </p:nvSpPr>
        <p:spPr>
          <a:xfrm>
            <a:off x="8205827" y="8350324"/>
            <a:ext cx="3076575" cy="637354"/>
          </a:xfrm>
          <a:prstGeom prst="rect">
            <a:avLst/>
          </a:prstGeom>
        </p:spPr>
        <p:txBody>
          <a:bodyPr vert="horz" wrap="square" lIns="0" tIns="2044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10"/>
              </a:spcBef>
              <a:tabLst>
                <a:tab pos="1579880" algn="l"/>
              </a:tabLst>
            </a:pPr>
            <a:r>
              <a:rPr sz="2800" spc="-20" dirty="0">
                <a:latin typeface="Lucida Sans"/>
                <a:cs typeface="Lucida Sans"/>
              </a:rPr>
              <a:t>3000</a:t>
            </a:r>
            <a:r>
              <a:rPr sz="2800" dirty="0">
                <a:latin typeface="Lucida Sans"/>
                <a:cs typeface="Lucida Sans"/>
              </a:rPr>
              <a:t>	</a:t>
            </a:r>
            <a:r>
              <a:rPr sz="2800" spc="-20" dirty="0">
                <a:latin typeface="Lucida Sans"/>
                <a:cs typeface="Lucida Sans"/>
              </a:rPr>
              <a:t>6000</a:t>
            </a:r>
            <a:endParaRPr sz="2800" dirty="0">
              <a:latin typeface="Lucida Sans"/>
              <a:cs typeface="Lucida Sans"/>
            </a:endParaRPr>
          </a:p>
        </p:txBody>
      </p:sp>
      <p:grpSp>
        <p:nvGrpSpPr>
          <p:cNvPr id="163" name="object 163"/>
          <p:cNvGrpSpPr/>
          <p:nvPr/>
        </p:nvGrpSpPr>
        <p:grpSpPr>
          <a:xfrm>
            <a:off x="7252647" y="2743200"/>
            <a:ext cx="5269865" cy="5825108"/>
            <a:chOff x="7252647" y="2743200"/>
            <a:chExt cx="5269865" cy="5825108"/>
          </a:xfrm>
        </p:grpSpPr>
        <p:sp>
          <p:nvSpPr>
            <p:cNvPr id="164" name="object 164"/>
            <p:cNvSpPr/>
            <p:nvPr/>
          </p:nvSpPr>
          <p:spPr>
            <a:xfrm>
              <a:off x="7252647" y="8347290"/>
              <a:ext cx="44450" cy="0"/>
            </a:xfrm>
            <a:custGeom>
              <a:avLst/>
              <a:gdLst/>
              <a:ahLst/>
              <a:cxnLst/>
              <a:rect l="l" t="t" r="r" b="b"/>
              <a:pathLst>
                <a:path w="44450">
                  <a:moveTo>
                    <a:pt x="44450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" name="object 165"/>
            <p:cNvSpPr/>
            <p:nvPr/>
          </p:nvSpPr>
          <p:spPr>
            <a:xfrm>
              <a:off x="7252647" y="8347290"/>
              <a:ext cx="44450" cy="0"/>
            </a:xfrm>
            <a:custGeom>
              <a:avLst/>
              <a:gdLst/>
              <a:ahLst/>
              <a:cxnLst/>
              <a:rect l="l" t="t" r="r" b="b"/>
              <a:pathLst>
                <a:path w="44450">
                  <a:moveTo>
                    <a:pt x="44450" y="0"/>
                  </a:moveTo>
                  <a:lnTo>
                    <a:pt x="0" y="0"/>
                  </a:lnTo>
                </a:path>
              </a:pathLst>
            </a:custGeom>
            <a:ln w="101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" name="object 166"/>
            <p:cNvSpPr/>
            <p:nvPr/>
          </p:nvSpPr>
          <p:spPr>
            <a:xfrm>
              <a:off x="7252647" y="7279845"/>
              <a:ext cx="44450" cy="0"/>
            </a:xfrm>
            <a:custGeom>
              <a:avLst/>
              <a:gdLst/>
              <a:ahLst/>
              <a:cxnLst/>
              <a:rect l="l" t="t" r="r" b="b"/>
              <a:pathLst>
                <a:path w="44450">
                  <a:moveTo>
                    <a:pt x="44450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7" name="object 167"/>
            <p:cNvSpPr/>
            <p:nvPr/>
          </p:nvSpPr>
          <p:spPr>
            <a:xfrm>
              <a:off x="7252647" y="7279845"/>
              <a:ext cx="44450" cy="0"/>
            </a:xfrm>
            <a:custGeom>
              <a:avLst/>
              <a:gdLst/>
              <a:ahLst/>
              <a:cxnLst/>
              <a:rect l="l" t="t" r="r" b="b"/>
              <a:pathLst>
                <a:path w="44450">
                  <a:moveTo>
                    <a:pt x="44450" y="0"/>
                  </a:moveTo>
                  <a:lnTo>
                    <a:pt x="0" y="0"/>
                  </a:lnTo>
                </a:path>
              </a:pathLst>
            </a:custGeom>
            <a:ln w="101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" name="object 168"/>
            <p:cNvSpPr/>
            <p:nvPr/>
          </p:nvSpPr>
          <p:spPr>
            <a:xfrm>
              <a:off x="7252647" y="6212399"/>
              <a:ext cx="44450" cy="0"/>
            </a:xfrm>
            <a:custGeom>
              <a:avLst/>
              <a:gdLst/>
              <a:ahLst/>
              <a:cxnLst/>
              <a:rect l="l" t="t" r="r" b="b"/>
              <a:pathLst>
                <a:path w="44450">
                  <a:moveTo>
                    <a:pt x="44450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" name="object 169"/>
            <p:cNvSpPr/>
            <p:nvPr/>
          </p:nvSpPr>
          <p:spPr>
            <a:xfrm>
              <a:off x="7252647" y="6212399"/>
              <a:ext cx="44450" cy="0"/>
            </a:xfrm>
            <a:custGeom>
              <a:avLst/>
              <a:gdLst/>
              <a:ahLst/>
              <a:cxnLst/>
              <a:rect l="l" t="t" r="r" b="b"/>
              <a:pathLst>
                <a:path w="44450">
                  <a:moveTo>
                    <a:pt x="44450" y="0"/>
                  </a:moveTo>
                  <a:lnTo>
                    <a:pt x="0" y="0"/>
                  </a:lnTo>
                </a:path>
              </a:pathLst>
            </a:custGeom>
            <a:ln w="101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" name="object 170"/>
            <p:cNvSpPr/>
            <p:nvPr/>
          </p:nvSpPr>
          <p:spPr>
            <a:xfrm>
              <a:off x="7252647" y="5144953"/>
              <a:ext cx="44450" cy="0"/>
            </a:xfrm>
            <a:custGeom>
              <a:avLst/>
              <a:gdLst/>
              <a:ahLst/>
              <a:cxnLst/>
              <a:rect l="l" t="t" r="r" b="b"/>
              <a:pathLst>
                <a:path w="44450">
                  <a:moveTo>
                    <a:pt x="44450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" name="object 171"/>
            <p:cNvSpPr/>
            <p:nvPr/>
          </p:nvSpPr>
          <p:spPr>
            <a:xfrm>
              <a:off x="7252647" y="5144953"/>
              <a:ext cx="44450" cy="0"/>
            </a:xfrm>
            <a:custGeom>
              <a:avLst/>
              <a:gdLst/>
              <a:ahLst/>
              <a:cxnLst/>
              <a:rect l="l" t="t" r="r" b="b"/>
              <a:pathLst>
                <a:path w="44450">
                  <a:moveTo>
                    <a:pt x="44450" y="0"/>
                  </a:moveTo>
                  <a:lnTo>
                    <a:pt x="0" y="0"/>
                  </a:lnTo>
                </a:path>
              </a:pathLst>
            </a:custGeom>
            <a:ln w="101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" name="object 172"/>
            <p:cNvSpPr/>
            <p:nvPr/>
          </p:nvSpPr>
          <p:spPr>
            <a:xfrm>
              <a:off x="7252647" y="4077507"/>
              <a:ext cx="44450" cy="0"/>
            </a:xfrm>
            <a:custGeom>
              <a:avLst/>
              <a:gdLst/>
              <a:ahLst/>
              <a:cxnLst/>
              <a:rect l="l" t="t" r="r" b="b"/>
              <a:pathLst>
                <a:path w="44450">
                  <a:moveTo>
                    <a:pt x="44450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3" name="object 173"/>
            <p:cNvSpPr/>
            <p:nvPr/>
          </p:nvSpPr>
          <p:spPr>
            <a:xfrm>
              <a:off x="7252647" y="4077507"/>
              <a:ext cx="44450" cy="0"/>
            </a:xfrm>
            <a:custGeom>
              <a:avLst/>
              <a:gdLst/>
              <a:ahLst/>
              <a:cxnLst/>
              <a:rect l="l" t="t" r="r" b="b"/>
              <a:pathLst>
                <a:path w="44450">
                  <a:moveTo>
                    <a:pt x="44450" y="0"/>
                  </a:moveTo>
                  <a:lnTo>
                    <a:pt x="0" y="0"/>
                  </a:lnTo>
                </a:path>
              </a:pathLst>
            </a:custGeom>
            <a:ln w="101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" name="object 174"/>
            <p:cNvSpPr/>
            <p:nvPr/>
          </p:nvSpPr>
          <p:spPr>
            <a:xfrm>
              <a:off x="7252647" y="3010061"/>
              <a:ext cx="44450" cy="0"/>
            </a:xfrm>
            <a:custGeom>
              <a:avLst/>
              <a:gdLst/>
              <a:ahLst/>
              <a:cxnLst/>
              <a:rect l="l" t="t" r="r" b="b"/>
              <a:pathLst>
                <a:path w="44450">
                  <a:moveTo>
                    <a:pt x="44450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" name="object 175"/>
            <p:cNvSpPr/>
            <p:nvPr/>
          </p:nvSpPr>
          <p:spPr>
            <a:xfrm>
              <a:off x="7252647" y="3010061"/>
              <a:ext cx="44450" cy="0"/>
            </a:xfrm>
            <a:custGeom>
              <a:avLst/>
              <a:gdLst/>
              <a:ahLst/>
              <a:cxnLst/>
              <a:rect l="l" t="t" r="r" b="b"/>
              <a:pathLst>
                <a:path w="44450">
                  <a:moveTo>
                    <a:pt x="44450" y="0"/>
                  </a:moveTo>
                  <a:lnTo>
                    <a:pt x="0" y="0"/>
                  </a:lnTo>
                </a:path>
              </a:pathLst>
            </a:custGeom>
            <a:ln w="101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" name="object 176"/>
            <p:cNvSpPr/>
            <p:nvPr/>
          </p:nvSpPr>
          <p:spPr>
            <a:xfrm>
              <a:off x="7297097" y="4077507"/>
              <a:ext cx="5225415" cy="0"/>
            </a:xfrm>
            <a:custGeom>
              <a:avLst/>
              <a:gdLst/>
              <a:ahLst/>
              <a:cxnLst/>
              <a:rect l="l" t="t" r="r" b="b"/>
              <a:pathLst>
                <a:path w="5225415">
                  <a:moveTo>
                    <a:pt x="0" y="0"/>
                  </a:moveTo>
                  <a:lnTo>
                    <a:pt x="5225142" y="0"/>
                  </a:lnTo>
                </a:path>
              </a:pathLst>
            </a:custGeom>
            <a:ln w="19050">
              <a:solidFill>
                <a:srgbClr val="0000FF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" name="object 177"/>
            <p:cNvSpPr/>
            <p:nvPr/>
          </p:nvSpPr>
          <p:spPr>
            <a:xfrm>
              <a:off x="7297097" y="2743200"/>
              <a:ext cx="5225415" cy="5815965"/>
            </a:xfrm>
            <a:custGeom>
              <a:avLst/>
              <a:gdLst/>
              <a:ahLst/>
              <a:cxnLst/>
              <a:rect l="l" t="t" r="r" b="b"/>
              <a:pathLst>
                <a:path w="5225415" h="5815965">
                  <a:moveTo>
                    <a:pt x="0" y="5815583"/>
                  </a:moveTo>
                  <a:lnTo>
                    <a:pt x="0" y="0"/>
                  </a:lnTo>
                </a:path>
                <a:path w="5225415" h="5815965">
                  <a:moveTo>
                    <a:pt x="5225142" y="5815583"/>
                  </a:moveTo>
                  <a:lnTo>
                    <a:pt x="5225142" y="0"/>
                  </a:lnTo>
                </a:path>
                <a:path w="5225415" h="5815965">
                  <a:moveTo>
                    <a:pt x="0" y="5815583"/>
                  </a:moveTo>
                  <a:lnTo>
                    <a:pt x="5225142" y="5815583"/>
                  </a:lnTo>
                </a:path>
                <a:path w="5225415" h="5815965">
                  <a:moveTo>
                    <a:pt x="0" y="0"/>
                  </a:moveTo>
                  <a:lnTo>
                    <a:pt x="5225142" y="0"/>
                  </a:lnTo>
                </a:path>
              </a:pathLst>
            </a:custGeom>
            <a:ln w="101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" name="object 178"/>
            <p:cNvSpPr/>
            <p:nvPr/>
          </p:nvSpPr>
          <p:spPr>
            <a:xfrm>
              <a:off x="11203330" y="5041519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79" h="347979">
                  <a:moveTo>
                    <a:pt x="0" y="173901"/>
                  </a:moveTo>
                  <a:lnTo>
                    <a:pt x="347803" y="173901"/>
                  </a:lnTo>
                </a:path>
                <a:path w="347979" h="347979">
                  <a:moveTo>
                    <a:pt x="173901" y="347803"/>
                  </a:moveTo>
                  <a:lnTo>
                    <a:pt x="173901" y="0"/>
                  </a:lnTo>
                </a:path>
              </a:pathLst>
            </a:custGeom>
            <a:ln w="19050">
              <a:solidFill>
                <a:srgbClr val="FF7F0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" name="object 179"/>
            <p:cNvSpPr/>
            <p:nvPr/>
          </p:nvSpPr>
          <p:spPr>
            <a:xfrm>
              <a:off x="9785815" y="4209324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79" h="347979">
                  <a:moveTo>
                    <a:pt x="0" y="173901"/>
                  </a:moveTo>
                  <a:lnTo>
                    <a:pt x="347803" y="173901"/>
                  </a:lnTo>
                </a:path>
                <a:path w="347979" h="347979">
                  <a:moveTo>
                    <a:pt x="173901" y="347803"/>
                  </a:moveTo>
                  <a:lnTo>
                    <a:pt x="173901" y="0"/>
                  </a:lnTo>
                </a:path>
              </a:pathLst>
            </a:custGeom>
            <a:ln w="19050">
              <a:solidFill>
                <a:srgbClr val="FF7F0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" name="object 180"/>
            <p:cNvSpPr/>
            <p:nvPr/>
          </p:nvSpPr>
          <p:spPr>
            <a:xfrm>
              <a:off x="12456947" y="6823085"/>
              <a:ext cx="65405" cy="241935"/>
            </a:xfrm>
            <a:custGeom>
              <a:avLst/>
              <a:gdLst/>
              <a:ahLst/>
              <a:cxnLst/>
              <a:rect l="l" t="t" r="r" b="b"/>
              <a:pathLst>
                <a:path w="65404" h="241934">
                  <a:moveTo>
                    <a:pt x="65292" y="0"/>
                  </a:moveTo>
                  <a:lnTo>
                    <a:pt x="0" y="47437"/>
                  </a:lnTo>
                  <a:lnTo>
                    <a:pt x="63173" y="241866"/>
                  </a:lnTo>
                  <a:lnTo>
                    <a:pt x="65292" y="241866"/>
                  </a:lnTo>
                </a:path>
              </a:pathLst>
            </a:custGeom>
            <a:ln w="19050">
              <a:solidFill>
                <a:srgbClr val="2BA0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1" name="object 18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92406" y="4041020"/>
              <a:ext cx="3127531" cy="4527288"/>
            </a:xfrm>
            <a:prstGeom prst="rect">
              <a:avLst/>
            </a:prstGeom>
          </p:spPr>
        </p:pic>
        <p:sp>
          <p:nvSpPr>
            <p:cNvPr id="182" name="object 182"/>
            <p:cNvSpPr/>
            <p:nvPr/>
          </p:nvSpPr>
          <p:spPr>
            <a:xfrm>
              <a:off x="7489057" y="8384881"/>
              <a:ext cx="347980" cy="173990"/>
            </a:xfrm>
            <a:custGeom>
              <a:avLst/>
              <a:gdLst/>
              <a:ahLst/>
              <a:cxnLst/>
              <a:rect l="l" t="t" r="r" b="b"/>
              <a:pathLst>
                <a:path w="347979" h="173990">
                  <a:moveTo>
                    <a:pt x="173901" y="173901"/>
                  </a:moveTo>
                  <a:lnTo>
                    <a:pt x="347803" y="0"/>
                  </a:lnTo>
                </a:path>
                <a:path w="347979" h="173990">
                  <a:moveTo>
                    <a:pt x="0" y="0"/>
                  </a:moveTo>
                  <a:lnTo>
                    <a:pt x="173901" y="173901"/>
                  </a:lnTo>
                </a:path>
              </a:pathLst>
            </a:custGeom>
            <a:ln w="19050">
              <a:solidFill>
                <a:srgbClr val="8B56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" name="object 183"/>
            <p:cNvSpPr/>
            <p:nvPr/>
          </p:nvSpPr>
          <p:spPr>
            <a:xfrm>
              <a:off x="7297097" y="8181561"/>
              <a:ext cx="177165" cy="347980"/>
            </a:xfrm>
            <a:custGeom>
              <a:avLst/>
              <a:gdLst/>
              <a:ahLst/>
              <a:cxnLst/>
              <a:rect l="l" t="t" r="r" b="b"/>
              <a:pathLst>
                <a:path w="177165" h="347979">
                  <a:moveTo>
                    <a:pt x="0" y="176666"/>
                  </a:moveTo>
                  <a:lnTo>
                    <a:pt x="176666" y="0"/>
                  </a:lnTo>
                </a:path>
                <a:path w="177165" h="347979">
                  <a:moveTo>
                    <a:pt x="0" y="171137"/>
                  </a:moveTo>
                  <a:lnTo>
                    <a:pt x="176666" y="347803"/>
                  </a:lnTo>
                </a:path>
              </a:pathLst>
            </a:custGeom>
            <a:ln w="19050">
              <a:solidFill>
                <a:srgbClr val="8B56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" name="object 184"/>
            <p:cNvSpPr/>
            <p:nvPr/>
          </p:nvSpPr>
          <p:spPr>
            <a:xfrm>
              <a:off x="7635402" y="8085198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79" h="347979">
                  <a:moveTo>
                    <a:pt x="173901" y="173901"/>
                  </a:moveTo>
                  <a:lnTo>
                    <a:pt x="0" y="347803"/>
                  </a:lnTo>
                  <a:lnTo>
                    <a:pt x="347803" y="347803"/>
                  </a:lnTo>
                  <a:lnTo>
                    <a:pt x="173901" y="173901"/>
                  </a:lnTo>
                  <a:close/>
                </a:path>
                <a:path w="347979" h="347979">
                  <a:moveTo>
                    <a:pt x="347803" y="0"/>
                  </a:moveTo>
                  <a:lnTo>
                    <a:pt x="0" y="0"/>
                  </a:lnTo>
                  <a:lnTo>
                    <a:pt x="173901" y="173901"/>
                  </a:lnTo>
                  <a:lnTo>
                    <a:pt x="347803" y="0"/>
                  </a:lnTo>
                  <a:close/>
                </a:path>
              </a:pathLst>
            </a:custGeom>
            <a:solidFill>
              <a:srgbClr val="8B564B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5" name="object 185"/>
            <p:cNvSpPr/>
            <p:nvPr/>
          </p:nvSpPr>
          <p:spPr>
            <a:xfrm>
              <a:off x="7635402" y="8085198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79" h="347979">
                  <a:moveTo>
                    <a:pt x="0" y="347803"/>
                  </a:moveTo>
                  <a:lnTo>
                    <a:pt x="347803" y="0"/>
                  </a:lnTo>
                </a:path>
                <a:path w="347979" h="347979">
                  <a:moveTo>
                    <a:pt x="0" y="0"/>
                  </a:moveTo>
                  <a:lnTo>
                    <a:pt x="347803" y="347803"/>
                  </a:lnTo>
                </a:path>
              </a:pathLst>
            </a:custGeom>
            <a:ln w="19050">
              <a:solidFill>
                <a:srgbClr val="8B56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6" name="object 186"/>
            <p:cNvSpPr/>
            <p:nvPr/>
          </p:nvSpPr>
          <p:spPr>
            <a:xfrm>
              <a:off x="7297096" y="8022806"/>
              <a:ext cx="177165" cy="347980"/>
            </a:xfrm>
            <a:custGeom>
              <a:avLst/>
              <a:gdLst/>
              <a:ahLst/>
              <a:cxnLst/>
              <a:rect l="l" t="t" r="r" b="b"/>
              <a:pathLst>
                <a:path w="177165" h="347979">
                  <a:moveTo>
                    <a:pt x="0" y="177126"/>
                  </a:moveTo>
                  <a:lnTo>
                    <a:pt x="177126" y="0"/>
                  </a:lnTo>
                </a:path>
                <a:path w="177165" h="347979">
                  <a:moveTo>
                    <a:pt x="0" y="170676"/>
                  </a:moveTo>
                  <a:lnTo>
                    <a:pt x="177126" y="347803"/>
                  </a:lnTo>
                </a:path>
              </a:pathLst>
            </a:custGeom>
            <a:ln w="19050">
              <a:solidFill>
                <a:srgbClr val="8B56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" name="object 187"/>
            <p:cNvSpPr/>
            <p:nvPr/>
          </p:nvSpPr>
          <p:spPr>
            <a:xfrm>
              <a:off x="7297097" y="7705297"/>
              <a:ext cx="178435" cy="347980"/>
            </a:xfrm>
            <a:custGeom>
              <a:avLst/>
              <a:gdLst/>
              <a:ahLst/>
              <a:cxnLst/>
              <a:rect l="l" t="t" r="r" b="b"/>
              <a:pathLst>
                <a:path w="178434" h="347979">
                  <a:moveTo>
                    <a:pt x="0" y="178048"/>
                  </a:moveTo>
                  <a:lnTo>
                    <a:pt x="178048" y="0"/>
                  </a:lnTo>
                </a:path>
                <a:path w="178434" h="347979">
                  <a:moveTo>
                    <a:pt x="0" y="169755"/>
                  </a:moveTo>
                  <a:lnTo>
                    <a:pt x="178048" y="347803"/>
                  </a:lnTo>
                </a:path>
              </a:pathLst>
            </a:custGeom>
            <a:ln w="19050">
              <a:solidFill>
                <a:srgbClr val="8B56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8" name="object 188"/>
            <p:cNvSpPr/>
            <p:nvPr/>
          </p:nvSpPr>
          <p:spPr>
            <a:xfrm>
              <a:off x="7297096" y="7546542"/>
              <a:ext cx="179070" cy="347980"/>
            </a:xfrm>
            <a:custGeom>
              <a:avLst/>
              <a:gdLst/>
              <a:ahLst/>
              <a:cxnLst/>
              <a:rect l="l" t="t" r="r" b="b"/>
              <a:pathLst>
                <a:path w="179070" h="347979">
                  <a:moveTo>
                    <a:pt x="0" y="178509"/>
                  </a:moveTo>
                  <a:lnTo>
                    <a:pt x="178509" y="0"/>
                  </a:lnTo>
                </a:path>
                <a:path w="179070" h="347979">
                  <a:moveTo>
                    <a:pt x="0" y="169294"/>
                  </a:moveTo>
                  <a:lnTo>
                    <a:pt x="178509" y="347803"/>
                  </a:lnTo>
                </a:path>
              </a:pathLst>
            </a:custGeom>
            <a:ln w="19050">
              <a:solidFill>
                <a:srgbClr val="8B56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9" name="object 189"/>
            <p:cNvSpPr/>
            <p:nvPr/>
          </p:nvSpPr>
          <p:spPr>
            <a:xfrm>
              <a:off x="7297097" y="7204370"/>
              <a:ext cx="184150" cy="347980"/>
            </a:xfrm>
            <a:custGeom>
              <a:avLst/>
              <a:gdLst/>
              <a:ahLst/>
              <a:cxnLst/>
              <a:rect l="l" t="t" r="r" b="b"/>
              <a:pathLst>
                <a:path w="184150" h="347979">
                  <a:moveTo>
                    <a:pt x="0" y="183639"/>
                  </a:moveTo>
                  <a:lnTo>
                    <a:pt x="183639" y="0"/>
                  </a:lnTo>
                </a:path>
                <a:path w="184150" h="347979">
                  <a:moveTo>
                    <a:pt x="0" y="164164"/>
                  </a:moveTo>
                  <a:lnTo>
                    <a:pt x="183639" y="347803"/>
                  </a:lnTo>
                </a:path>
              </a:pathLst>
            </a:custGeom>
            <a:ln w="19050">
              <a:solidFill>
                <a:srgbClr val="8B56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" name="object 190"/>
            <p:cNvSpPr/>
            <p:nvPr/>
          </p:nvSpPr>
          <p:spPr>
            <a:xfrm>
              <a:off x="7297096" y="5515865"/>
              <a:ext cx="192405" cy="347980"/>
            </a:xfrm>
            <a:custGeom>
              <a:avLst/>
              <a:gdLst/>
              <a:ahLst/>
              <a:cxnLst/>
              <a:rect l="l" t="t" r="r" b="b"/>
              <a:pathLst>
                <a:path w="192404" h="347979">
                  <a:moveTo>
                    <a:pt x="0" y="192159"/>
                  </a:moveTo>
                  <a:lnTo>
                    <a:pt x="192159" y="0"/>
                  </a:lnTo>
                </a:path>
                <a:path w="192404" h="347979">
                  <a:moveTo>
                    <a:pt x="0" y="155644"/>
                  </a:moveTo>
                  <a:lnTo>
                    <a:pt x="192159" y="347803"/>
                  </a:lnTo>
                </a:path>
              </a:pathLst>
            </a:custGeom>
            <a:ln w="19050">
              <a:solidFill>
                <a:srgbClr val="8B56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1" name="object 191"/>
            <p:cNvSpPr/>
            <p:nvPr/>
          </p:nvSpPr>
          <p:spPr>
            <a:xfrm>
              <a:off x="7297097" y="4792219"/>
              <a:ext cx="196215" cy="347980"/>
            </a:xfrm>
            <a:custGeom>
              <a:avLst/>
              <a:gdLst/>
              <a:ahLst/>
              <a:cxnLst/>
              <a:rect l="l" t="t" r="r" b="b"/>
              <a:pathLst>
                <a:path w="196215" h="347979">
                  <a:moveTo>
                    <a:pt x="0" y="195810"/>
                  </a:moveTo>
                  <a:lnTo>
                    <a:pt x="195810" y="0"/>
                  </a:lnTo>
                </a:path>
                <a:path w="196215" h="347979">
                  <a:moveTo>
                    <a:pt x="0" y="151993"/>
                  </a:moveTo>
                  <a:lnTo>
                    <a:pt x="195810" y="347803"/>
                  </a:lnTo>
                </a:path>
              </a:pathLst>
            </a:custGeom>
            <a:ln w="19050">
              <a:solidFill>
                <a:srgbClr val="8B56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2" name="object 192"/>
            <p:cNvSpPr/>
            <p:nvPr/>
          </p:nvSpPr>
          <p:spPr>
            <a:xfrm>
              <a:off x="7297097" y="4572111"/>
              <a:ext cx="191770" cy="347980"/>
            </a:xfrm>
            <a:custGeom>
              <a:avLst/>
              <a:gdLst/>
              <a:ahLst/>
              <a:cxnLst/>
              <a:rect l="l" t="t" r="r" b="b"/>
              <a:pathLst>
                <a:path w="191770" h="347979">
                  <a:moveTo>
                    <a:pt x="0" y="191300"/>
                  </a:moveTo>
                  <a:lnTo>
                    <a:pt x="191300" y="0"/>
                  </a:lnTo>
                </a:path>
                <a:path w="191770" h="347979">
                  <a:moveTo>
                    <a:pt x="0" y="156502"/>
                  </a:moveTo>
                  <a:lnTo>
                    <a:pt x="191300" y="347803"/>
                  </a:lnTo>
                </a:path>
              </a:pathLst>
            </a:custGeom>
            <a:ln w="19050">
              <a:solidFill>
                <a:srgbClr val="8B56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" name="object 193"/>
            <p:cNvSpPr/>
            <p:nvPr/>
          </p:nvSpPr>
          <p:spPr>
            <a:xfrm>
              <a:off x="7297097" y="4551004"/>
              <a:ext cx="197485" cy="347980"/>
            </a:xfrm>
            <a:custGeom>
              <a:avLst/>
              <a:gdLst/>
              <a:ahLst/>
              <a:cxnLst/>
              <a:rect l="l" t="t" r="r" b="b"/>
              <a:pathLst>
                <a:path w="197484" h="347979">
                  <a:moveTo>
                    <a:pt x="0" y="197027"/>
                  </a:moveTo>
                  <a:lnTo>
                    <a:pt x="197027" y="0"/>
                  </a:lnTo>
                </a:path>
                <a:path w="197484" h="347979">
                  <a:moveTo>
                    <a:pt x="0" y="150775"/>
                  </a:moveTo>
                  <a:lnTo>
                    <a:pt x="197027" y="347803"/>
                  </a:lnTo>
                </a:path>
              </a:pathLst>
            </a:custGeom>
            <a:ln w="19050">
              <a:solidFill>
                <a:srgbClr val="8B56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7" name="object 197"/>
            <p:cNvSpPr/>
            <p:nvPr/>
          </p:nvSpPr>
          <p:spPr>
            <a:xfrm>
              <a:off x="9411712" y="2743200"/>
              <a:ext cx="0" cy="5815965"/>
            </a:xfrm>
            <a:custGeom>
              <a:avLst/>
              <a:gdLst/>
              <a:ahLst/>
              <a:cxnLst/>
              <a:rect l="l" t="t" r="r" b="b"/>
              <a:pathLst>
                <a:path h="5815965">
                  <a:moveTo>
                    <a:pt x="0" y="5815583"/>
                  </a:moveTo>
                  <a:lnTo>
                    <a:pt x="0" y="0"/>
                  </a:lnTo>
                </a:path>
              </a:pathLst>
            </a:custGeom>
            <a:ln w="25400">
              <a:solidFill>
                <a:srgbClr val="FF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8" name="object 198"/>
          <p:cNvSpPr txBox="1"/>
          <p:nvPr/>
        </p:nvSpPr>
        <p:spPr>
          <a:xfrm>
            <a:off x="9457306" y="9723794"/>
            <a:ext cx="632126" cy="446276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800" b="1" spc="-280" dirty="0">
                <a:latin typeface="Verdana"/>
                <a:cs typeface="Verdana"/>
              </a:rPr>
              <a:t>(b</a:t>
            </a:r>
            <a:r>
              <a:rPr lang="en-US" sz="2800" b="1" spc="-280" dirty="0">
                <a:latin typeface="Verdana"/>
                <a:cs typeface="Verdana"/>
              </a:rPr>
              <a:t>)</a:t>
            </a:r>
            <a:endParaRPr sz="2800" dirty="0">
              <a:latin typeface="Verdana"/>
              <a:cs typeface="Verdana"/>
            </a:endParaRPr>
          </a:p>
        </p:txBody>
      </p:sp>
      <p:sp>
        <p:nvSpPr>
          <p:cNvPr id="199" name="object 199"/>
          <p:cNvSpPr/>
          <p:nvPr/>
        </p:nvSpPr>
        <p:spPr>
          <a:xfrm>
            <a:off x="300661" y="235521"/>
            <a:ext cx="347980" cy="345440"/>
          </a:xfrm>
          <a:custGeom>
            <a:avLst/>
            <a:gdLst/>
            <a:ahLst/>
            <a:cxnLst/>
            <a:rect l="l" t="t" r="r" b="b"/>
            <a:pathLst>
              <a:path w="347980" h="345440">
                <a:moveTo>
                  <a:pt x="0" y="0"/>
                </a:moveTo>
                <a:lnTo>
                  <a:pt x="0" y="344891"/>
                </a:lnTo>
                <a:lnTo>
                  <a:pt x="347803" y="344891"/>
                </a:lnTo>
                <a:lnTo>
                  <a:pt x="347803" y="0"/>
                </a:lnTo>
              </a:path>
            </a:pathLst>
          </a:custGeom>
          <a:ln w="19050">
            <a:solidFill>
              <a:srgbClr val="1F77B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0" name="object 200"/>
          <p:cNvSpPr txBox="1"/>
          <p:nvPr/>
        </p:nvSpPr>
        <p:spPr>
          <a:xfrm>
            <a:off x="964783" y="119793"/>
            <a:ext cx="5779135" cy="249301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2450" b="1" spc="-170" dirty="0">
                <a:latin typeface="Verdana"/>
                <a:cs typeface="Verdana"/>
              </a:rPr>
              <a:t>Proposed</a:t>
            </a:r>
            <a:r>
              <a:rPr sz="2450" b="1" spc="-5" dirty="0">
                <a:latin typeface="Verdana"/>
                <a:cs typeface="Verdana"/>
              </a:rPr>
              <a:t> </a:t>
            </a:r>
            <a:r>
              <a:rPr sz="2450" b="1" spc="-35" dirty="0">
                <a:latin typeface="Verdana"/>
                <a:cs typeface="Verdana"/>
              </a:rPr>
              <a:t>Approach</a:t>
            </a:r>
            <a:endParaRPr sz="2450">
              <a:latin typeface="Verdana"/>
              <a:cs typeface="Verdana"/>
            </a:endParaRPr>
          </a:p>
          <a:p>
            <a:pPr marL="12700" marR="5080">
              <a:lnSpc>
                <a:spcPts val="3250"/>
              </a:lnSpc>
              <a:spcBef>
                <a:spcPts val="140"/>
              </a:spcBef>
            </a:pPr>
            <a:r>
              <a:rPr sz="2450" b="1" spc="-160" dirty="0">
                <a:latin typeface="Verdana"/>
                <a:cs typeface="Verdana"/>
              </a:rPr>
              <a:t>Simulated</a:t>
            </a:r>
            <a:r>
              <a:rPr sz="2450" b="1" spc="-15" dirty="0">
                <a:latin typeface="Verdana"/>
                <a:cs typeface="Verdana"/>
              </a:rPr>
              <a:t> </a:t>
            </a:r>
            <a:r>
              <a:rPr sz="2450" b="1" spc="-160" dirty="0">
                <a:latin typeface="Verdana"/>
                <a:cs typeface="Verdana"/>
              </a:rPr>
              <a:t>Annealing</a:t>
            </a:r>
            <a:r>
              <a:rPr sz="2450" b="1" spc="-20" dirty="0">
                <a:latin typeface="Verdana"/>
                <a:cs typeface="Verdana"/>
              </a:rPr>
              <a:t> </a:t>
            </a:r>
            <a:r>
              <a:rPr sz="2450" b="1" spc="-155" dirty="0">
                <a:latin typeface="Verdana"/>
                <a:cs typeface="Verdana"/>
              </a:rPr>
              <a:t>(DESTION'23) </a:t>
            </a:r>
            <a:r>
              <a:rPr sz="2450" b="1" spc="-170" dirty="0">
                <a:latin typeface="Verdana"/>
                <a:cs typeface="Verdana"/>
              </a:rPr>
              <a:t>Bayesian</a:t>
            </a:r>
            <a:r>
              <a:rPr sz="2450" b="1" spc="-15" dirty="0">
                <a:latin typeface="Verdana"/>
                <a:cs typeface="Verdana"/>
              </a:rPr>
              <a:t> </a:t>
            </a:r>
            <a:r>
              <a:rPr sz="2450" b="1" spc="-155" dirty="0">
                <a:latin typeface="Verdana"/>
                <a:cs typeface="Verdana"/>
              </a:rPr>
              <a:t>Optimization</a:t>
            </a:r>
            <a:r>
              <a:rPr sz="2450" b="1" dirty="0">
                <a:latin typeface="Verdana"/>
                <a:cs typeface="Verdana"/>
              </a:rPr>
              <a:t> </a:t>
            </a:r>
            <a:r>
              <a:rPr sz="2450" b="1" spc="-245" dirty="0">
                <a:latin typeface="Verdana"/>
                <a:cs typeface="Verdana"/>
              </a:rPr>
              <a:t>(DESTION'23)</a:t>
            </a:r>
            <a:endParaRPr sz="2450">
              <a:latin typeface="Verdana"/>
              <a:cs typeface="Verdana"/>
            </a:endParaRPr>
          </a:p>
          <a:p>
            <a:pPr marL="12700" marR="680720">
              <a:lnSpc>
                <a:spcPts val="3229"/>
              </a:lnSpc>
              <a:spcBef>
                <a:spcPts val="10"/>
              </a:spcBef>
            </a:pPr>
            <a:r>
              <a:rPr sz="2450" b="1" spc="-215" dirty="0">
                <a:latin typeface="Verdana"/>
                <a:cs typeface="Verdana"/>
              </a:rPr>
              <a:t>Random</a:t>
            </a:r>
            <a:r>
              <a:rPr sz="2450" b="1" spc="-35" dirty="0">
                <a:latin typeface="Verdana"/>
                <a:cs typeface="Verdana"/>
              </a:rPr>
              <a:t> </a:t>
            </a:r>
            <a:r>
              <a:rPr sz="2450" b="1" spc="-165" dirty="0">
                <a:latin typeface="Verdana"/>
                <a:cs typeface="Verdana"/>
              </a:rPr>
              <a:t>Search</a:t>
            </a:r>
            <a:r>
              <a:rPr sz="2450" b="1" spc="-25" dirty="0">
                <a:latin typeface="Verdana"/>
                <a:cs typeface="Verdana"/>
              </a:rPr>
              <a:t> </a:t>
            </a:r>
            <a:r>
              <a:rPr sz="2450" b="1" spc="-160" dirty="0">
                <a:latin typeface="Verdana"/>
                <a:cs typeface="Verdana"/>
              </a:rPr>
              <a:t>(DESTION'22) </a:t>
            </a:r>
            <a:r>
              <a:rPr sz="2450" b="1" spc="-135" dirty="0">
                <a:latin typeface="Verdana"/>
                <a:cs typeface="Verdana"/>
              </a:rPr>
              <a:t>Genetic</a:t>
            </a:r>
            <a:r>
              <a:rPr sz="2450" b="1" spc="-40" dirty="0">
                <a:latin typeface="Verdana"/>
                <a:cs typeface="Verdana"/>
              </a:rPr>
              <a:t> </a:t>
            </a:r>
            <a:r>
              <a:rPr sz="2450" b="1" spc="-160" dirty="0">
                <a:latin typeface="Verdana"/>
                <a:cs typeface="Verdana"/>
              </a:rPr>
              <a:t>Algorithm</a:t>
            </a:r>
            <a:r>
              <a:rPr sz="2450" b="1" spc="-30" dirty="0">
                <a:latin typeface="Verdana"/>
                <a:cs typeface="Verdana"/>
              </a:rPr>
              <a:t> </a:t>
            </a:r>
            <a:r>
              <a:rPr sz="2450" b="1" spc="-250" dirty="0">
                <a:latin typeface="Verdana"/>
                <a:cs typeface="Verdana"/>
              </a:rPr>
              <a:t>(DESTION'22)</a:t>
            </a:r>
            <a:endParaRPr sz="24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2450" b="1" spc="-204" dirty="0">
                <a:latin typeface="Verdana"/>
                <a:cs typeface="Verdana"/>
              </a:rPr>
              <a:t>PG-</a:t>
            </a:r>
            <a:r>
              <a:rPr sz="2450" b="1" spc="-225" dirty="0">
                <a:latin typeface="Verdana"/>
                <a:cs typeface="Verdana"/>
              </a:rPr>
              <a:t>DSE</a:t>
            </a:r>
            <a:r>
              <a:rPr sz="2450" b="1" spc="5" dirty="0">
                <a:latin typeface="Verdana"/>
                <a:cs typeface="Verdana"/>
              </a:rPr>
              <a:t> </a:t>
            </a:r>
            <a:r>
              <a:rPr sz="2450" b="1" spc="-225" dirty="0">
                <a:latin typeface="Verdana"/>
                <a:cs typeface="Verdana"/>
              </a:rPr>
              <a:t>(ASP-</a:t>
            </a:r>
            <a:r>
              <a:rPr sz="2450" b="1" spc="-75" dirty="0">
                <a:latin typeface="Verdana"/>
                <a:cs typeface="Verdana"/>
              </a:rPr>
              <a:t>DAC'23)</a:t>
            </a:r>
            <a:endParaRPr sz="2450">
              <a:latin typeface="Verdana"/>
              <a:cs typeface="Verdana"/>
            </a:endParaRPr>
          </a:p>
        </p:txBody>
      </p:sp>
      <p:sp>
        <p:nvSpPr>
          <p:cNvPr id="201" name="object 201"/>
          <p:cNvSpPr/>
          <p:nvPr/>
        </p:nvSpPr>
        <p:spPr>
          <a:xfrm>
            <a:off x="300661" y="642779"/>
            <a:ext cx="347980" cy="347980"/>
          </a:xfrm>
          <a:custGeom>
            <a:avLst/>
            <a:gdLst/>
            <a:ahLst/>
            <a:cxnLst/>
            <a:rect l="l" t="t" r="r" b="b"/>
            <a:pathLst>
              <a:path w="347980" h="347980">
                <a:moveTo>
                  <a:pt x="0" y="173901"/>
                </a:moveTo>
                <a:lnTo>
                  <a:pt x="347803" y="173901"/>
                </a:lnTo>
              </a:path>
              <a:path w="347980" h="347980">
                <a:moveTo>
                  <a:pt x="173901" y="347803"/>
                </a:moveTo>
                <a:lnTo>
                  <a:pt x="173901" y="0"/>
                </a:lnTo>
              </a:path>
            </a:pathLst>
          </a:custGeom>
          <a:ln w="19050">
            <a:solidFill>
              <a:srgbClr val="FF7F0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2" name="object 202"/>
          <p:cNvSpPr/>
          <p:nvPr/>
        </p:nvSpPr>
        <p:spPr>
          <a:xfrm>
            <a:off x="309172" y="1055132"/>
            <a:ext cx="330835" cy="314960"/>
          </a:xfrm>
          <a:custGeom>
            <a:avLst/>
            <a:gdLst/>
            <a:ahLst/>
            <a:cxnLst/>
            <a:rect l="l" t="t" r="r" b="b"/>
            <a:pathLst>
              <a:path w="330834" h="314959">
                <a:moveTo>
                  <a:pt x="165390" y="0"/>
                </a:moveTo>
                <a:lnTo>
                  <a:pt x="0" y="120163"/>
                </a:lnTo>
                <a:lnTo>
                  <a:pt x="63173" y="314591"/>
                </a:lnTo>
                <a:lnTo>
                  <a:pt x="267607" y="314591"/>
                </a:lnTo>
                <a:lnTo>
                  <a:pt x="330781" y="120163"/>
                </a:lnTo>
                <a:lnTo>
                  <a:pt x="165390" y="0"/>
                </a:lnTo>
                <a:close/>
              </a:path>
            </a:pathLst>
          </a:custGeom>
          <a:ln w="19050">
            <a:solidFill>
              <a:srgbClr val="2BA02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03" name="object 203"/>
          <p:cNvGrpSpPr/>
          <p:nvPr/>
        </p:nvGrpSpPr>
        <p:grpSpPr>
          <a:xfrm>
            <a:off x="219103" y="1457960"/>
            <a:ext cx="511175" cy="1189990"/>
            <a:chOff x="219103" y="1222439"/>
            <a:chExt cx="511175" cy="1189990"/>
          </a:xfrm>
        </p:grpSpPr>
        <p:sp>
          <p:nvSpPr>
            <p:cNvPr id="204" name="object 204"/>
            <p:cNvSpPr/>
            <p:nvPr/>
          </p:nvSpPr>
          <p:spPr>
            <a:xfrm>
              <a:off x="300661" y="1231964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80" h="347980">
                  <a:moveTo>
                    <a:pt x="173901" y="0"/>
                  </a:moveTo>
                  <a:lnTo>
                    <a:pt x="0" y="347803"/>
                  </a:lnTo>
                  <a:lnTo>
                    <a:pt x="347803" y="347803"/>
                  </a:lnTo>
                  <a:lnTo>
                    <a:pt x="173901" y="0"/>
                  </a:lnTo>
                  <a:close/>
                </a:path>
              </a:pathLst>
            </a:custGeom>
            <a:ln w="19050">
              <a:solidFill>
                <a:srgbClr val="D627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5" name="object 205"/>
            <p:cNvSpPr/>
            <p:nvPr/>
          </p:nvSpPr>
          <p:spPr>
            <a:xfrm>
              <a:off x="228628" y="1570102"/>
              <a:ext cx="492125" cy="492125"/>
            </a:xfrm>
            <a:custGeom>
              <a:avLst/>
              <a:gdLst/>
              <a:ahLst/>
              <a:cxnLst/>
              <a:rect l="l" t="t" r="r" b="b"/>
              <a:pathLst>
                <a:path w="492125" h="492125">
                  <a:moveTo>
                    <a:pt x="245934" y="491868"/>
                  </a:moveTo>
                  <a:lnTo>
                    <a:pt x="491868" y="245934"/>
                  </a:lnTo>
                  <a:lnTo>
                    <a:pt x="245934" y="0"/>
                  </a:lnTo>
                  <a:lnTo>
                    <a:pt x="0" y="245934"/>
                  </a:lnTo>
                  <a:lnTo>
                    <a:pt x="245934" y="491868"/>
                  </a:lnTo>
                  <a:close/>
                </a:path>
              </a:pathLst>
            </a:custGeom>
            <a:ln w="19050">
              <a:solidFill>
                <a:srgbClr val="9466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6" name="object 206"/>
            <p:cNvSpPr/>
            <p:nvPr/>
          </p:nvSpPr>
          <p:spPr>
            <a:xfrm>
              <a:off x="300661" y="2054487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80" h="347980">
                  <a:moveTo>
                    <a:pt x="173901" y="173901"/>
                  </a:moveTo>
                  <a:lnTo>
                    <a:pt x="0" y="347803"/>
                  </a:lnTo>
                  <a:lnTo>
                    <a:pt x="347803" y="347803"/>
                  </a:lnTo>
                  <a:lnTo>
                    <a:pt x="173901" y="173901"/>
                  </a:lnTo>
                  <a:close/>
                </a:path>
                <a:path w="347980" h="347980">
                  <a:moveTo>
                    <a:pt x="347803" y="0"/>
                  </a:moveTo>
                  <a:lnTo>
                    <a:pt x="0" y="0"/>
                  </a:lnTo>
                  <a:lnTo>
                    <a:pt x="173901" y="173901"/>
                  </a:lnTo>
                  <a:lnTo>
                    <a:pt x="347803" y="0"/>
                  </a:lnTo>
                  <a:close/>
                </a:path>
              </a:pathLst>
            </a:custGeom>
            <a:solidFill>
              <a:srgbClr val="8B564B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7" name="object 207"/>
            <p:cNvSpPr/>
            <p:nvPr/>
          </p:nvSpPr>
          <p:spPr>
            <a:xfrm>
              <a:off x="300661" y="2054487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80" h="347980">
                  <a:moveTo>
                    <a:pt x="0" y="347803"/>
                  </a:moveTo>
                  <a:lnTo>
                    <a:pt x="347803" y="0"/>
                  </a:lnTo>
                </a:path>
                <a:path w="347980" h="347980">
                  <a:moveTo>
                    <a:pt x="0" y="0"/>
                  </a:moveTo>
                  <a:lnTo>
                    <a:pt x="347803" y="347803"/>
                  </a:lnTo>
                </a:path>
              </a:pathLst>
            </a:custGeom>
            <a:ln w="19050">
              <a:solidFill>
                <a:srgbClr val="8B56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8" name="object 208"/>
          <p:cNvGrpSpPr/>
          <p:nvPr/>
        </p:nvGrpSpPr>
        <p:grpSpPr>
          <a:xfrm>
            <a:off x="7386745" y="225996"/>
            <a:ext cx="367030" cy="774700"/>
            <a:chOff x="7386745" y="-9525"/>
            <a:chExt cx="367030" cy="774700"/>
          </a:xfrm>
        </p:grpSpPr>
        <p:sp>
          <p:nvSpPr>
            <p:cNvPr id="209" name="object 209"/>
            <p:cNvSpPr/>
            <p:nvPr/>
          </p:nvSpPr>
          <p:spPr>
            <a:xfrm>
              <a:off x="7397726" y="0"/>
              <a:ext cx="345440" cy="345440"/>
            </a:xfrm>
            <a:custGeom>
              <a:avLst/>
              <a:gdLst/>
              <a:ahLst/>
              <a:cxnLst/>
              <a:rect l="l" t="t" r="r" b="b"/>
              <a:pathLst>
                <a:path w="345440" h="345440">
                  <a:moveTo>
                    <a:pt x="0" y="0"/>
                  </a:moveTo>
                  <a:lnTo>
                    <a:pt x="172445" y="344891"/>
                  </a:lnTo>
                  <a:lnTo>
                    <a:pt x="344891" y="0"/>
                  </a:lnTo>
                </a:path>
              </a:pathLst>
            </a:custGeom>
            <a:ln w="19050">
              <a:solidFill>
                <a:srgbClr val="E277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0" name="object 210"/>
            <p:cNvSpPr/>
            <p:nvPr/>
          </p:nvSpPr>
          <p:spPr>
            <a:xfrm>
              <a:off x="7396270" y="407258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79" h="347980">
                  <a:moveTo>
                    <a:pt x="173901" y="347803"/>
                  </a:moveTo>
                  <a:lnTo>
                    <a:pt x="240451" y="334565"/>
                  </a:lnTo>
                  <a:lnTo>
                    <a:pt x="296869" y="296869"/>
                  </a:lnTo>
                  <a:lnTo>
                    <a:pt x="334565" y="240451"/>
                  </a:lnTo>
                  <a:lnTo>
                    <a:pt x="347803" y="173901"/>
                  </a:lnTo>
                  <a:lnTo>
                    <a:pt x="344431" y="139817"/>
                  </a:lnTo>
                  <a:lnTo>
                    <a:pt x="318585" y="77420"/>
                  </a:lnTo>
                  <a:lnTo>
                    <a:pt x="270383" y="29218"/>
                  </a:lnTo>
                  <a:lnTo>
                    <a:pt x="207986" y="3372"/>
                  </a:lnTo>
                  <a:lnTo>
                    <a:pt x="173901" y="0"/>
                  </a:lnTo>
                  <a:lnTo>
                    <a:pt x="139817" y="3372"/>
                  </a:lnTo>
                  <a:lnTo>
                    <a:pt x="77420" y="29218"/>
                  </a:lnTo>
                  <a:lnTo>
                    <a:pt x="29218" y="77420"/>
                  </a:lnTo>
                  <a:lnTo>
                    <a:pt x="3372" y="139817"/>
                  </a:lnTo>
                  <a:lnTo>
                    <a:pt x="0" y="173901"/>
                  </a:lnTo>
                  <a:lnTo>
                    <a:pt x="3372" y="207986"/>
                  </a:lnTo>
                  <a:lnTo>
                    <a:pt x="29218" y="270383"/>
                  </a:lnTo>
                  <a:lnTo>
                    <a:pt x="77420" y="318585"/>
                  </a:lnTo>
                  <a:lnTo>
                    <a:pt x="139817" y="344431"/>
                  </a:lnTo>
                  <a:lnTo>
                    <a:pt x="173901" y="347803"/>
                  </a:lnTo>
                  <a:close/>
                </a:path>
              </a:pathLst>
            </a:custGeom>
            <a:ln w="1905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1" name="object 211"/>
          <p:cNvSpPr txBox="1"/>
          <p:nvPr/>
        </p:nvSpPr>
        <p:spPr>
          <a:xfrm>
            <a:off x="8060392" y="119793"/>
            <a:ext cx="4731385" cy="20808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0000"/>
              </a:lnSpc>
              <a:spcBef>
                <a:spcPts val="90"/>
              </a:spcBef>
            </a:pPr>
            <a:r>
              <a:rPr sz="2450" b="1" spc="-145" dirty="0">
                <a:latin typeface="Verdana"/>
                <a:cs typeface="Verdana"/>
              </a:rPr>
              <a:t>Discrete</a:t>
            </a:r>
            <a:r>
              <a:rPr sz="2450" b="1" spc="-35" dirty="0">
                <a:latin typeface="Verdana"/>
                <a:cs typeface="Verdana"/>
              </a:rPr>
              <a:t> </a:t>
            </a:r>
            <a:r>
              <a:rPr sz="2450" b="1" spc="-165" dirty="0">
                <a:latin typeface="Verdana"/>
                <a:cs typeface="Verdana"/>
              </a:rPr>
              <a:t>Search</a:t>
            </a:r>
            <a:r>
              <a:rPr sz="2450" b="1" spc="-40" dirty="0">
                <a:latin typeface="Verdana"/>
                <a:cs typeface="Verdana"/>
              </a:rPr>
              <a:t> </a:t>
            </a:r>
            <a:r>
              <a:rPr sz="2450" b="1" spc="-240" dirty="0">
                <a:latin typeface="Verdana"/>
                <a:cs typeface="Verdana"/>
              </a:rPr>
              <a:t>(DESTION'22) </a:t>
            </a:r>
            <a:r>
              <a:rPr sz="2450" b="1" spc="-155" dirty="0">
                <a:latin typeface="Verdana"/>
                <a:cs typeface="Verdana"/>
              </a:rPr>
              <a:t>Lengler</a:t>
            </a:r>
            <a:r>
              <a:rPr sz="2450" b="1" spc="-30" dirty="0">
                <a:latin typeface="Verdana"/>
                <a:cs typeface="Verdana"/>
              </a:rPr>
              <a:t> </a:t>
            </a:r>
            <a:r>
              <a:rPr sz="2450" b="1" spc="-160" dirty="0">
                <a:latin typeface="Verdana"/>
                <a:cs typeface="Verdana"/>
              </a:rPr>
              <a:t>(DESTION'22) </a:t>
            </a:r>
            <a:r>
              <a:rPr sz="2450" b="1" spc="-140" dirty="0">
                <a:latin typeface="Verdana"/>
                <a:cs typeface="Verdana"/>
              </a:rPr>
              <a:t>Portfolio</a:t>
            </a:r>
            <a:r>
              <a:rPr sz="2450" b="1" spc="-5" dirty="0">
                <a:latin typeface="Verdana"/>
                <a:cs typeface="Verdana"/>
              </a:rPr>
              <a:t> </a:t>
            </a:r>
            <a:r>
              <a:rPr sz="2450" b="1" spc="-165" dirty="0">
                <a:latin typeface="Verdana"/>
                <a:cs typeface="Verdana"/>
              </a:rPr>
              <a:t>(DESTION'22) </a:t>
            </a:r>
            <a:r>
              <a:rPr sz="2450" b="1" spc="-10" dirty="0">
                <a:latin typeface="Verdana"/>
                <a:cs typeface="Verdana"/>
              </a:rPr>
              <a:t>Budget</a:t>
            </a:r>
            <a:endParaRPr sz="24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sz="2450" b="1" spc="-220" dirty="0">
                <a:latin typeface="Verdana"/>
                <a:cs typeface="Verdana"/>
              </a:rPr>
              <a:t>Farm</a:t>
            </a:r>
            <a:r>
              <a:rPr sz="2450" b="1" spc="-40" dirty="0">
                <a:latin typeface="Verdana"/>
                <a:cs typeface="Verdana"/>
              </a:rPr>
              <a:t> </a:t>
            </a:r>
            <a:r>
              <a:rPr sz="2450" b="1" spc="-20" dirty="0">
                <a:latin typeface="Verdana"/>
                <a:cs typeface="Verdana"/>
              </a:rPr>
              <a:t>Size</a:t>
            </a:r>
            <a:endParaRPr sz="2450">
              <a:latin typeface="Verdana"/>
              <a:cs typeface="Verdana"/>
            </a:endParaRPr>
          </a:p>
        </p:txBody>
      </p:sp>
      <p:sp>
        <p:nvSpPr>
          <p:cNvPr id="212" name="object 212"/>
          <p:cNvSpPr/>
          <p:nvPr/>
        </p:nvSpPr>
        <p:spPr>
          <a:xfrm>
            <a:off x="7404782" y="1055132"/>
            <a:ext cx="330835" cy="314960"/>
          </a:xfrm>
          <a:custGeom>
            <a:avLst/>
            <a:gdLst/>
            <a:ahLst/>
            <a:cxnLst/>
            <a:rect l="l" t="t" r="r" b="b"/>
            <a:pathLst>
              <a:path w="330834" h="314959">
                <a:moveTo>
                  <a:pt x="165390" y="0"/>
                </a:moveTo>
                <a:lnTo>
                  <a:pt x="126347" y="120163"/>
                </a:lnTo>
                <a:lnTo>
                  <a:pt x="0" y="120163"/>
                </a:lnTo>
                <a:lnTo>
                  <a:pt x="102216" y="194428"/>
                </a:lnTo>
                <a:lnTo>
                  <a:pt x="63173" y="314591"/>
                </a:lnTo>
                <a:lnTo>
                  <a:pt x="165390" y="240326"/>
                </a:lnTo>
                <a:lnTo>
                  <a:pt x="267607" y="314591"/>
                </a:lnTo>
                <a:lnTo>
                  <a:pt x="228564" y="194428"/>
                </a:lnTo>
                <a:lnTo>
                  <a:pt x="330781" y="120163"/>
                </a:lnTo>
                <a:lnTo>
                  <a:pt x="204433" y="120163"/>
                </a:lnTo>
                <a:lnTo>
                  <a:pt x="165390" y="0"/>
                </a:lnTo>
                <a:close/>
              </a:path>
            </a:pathLst>
          </a:custGeom>
          <a:ln w="19050">
            <a:solidFill>
              <a:srgbClr val="BCBD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3" name="object 213"/>
          <p:cNvSpPr/>
          <p:nvPr/>
        </p:nvSpPr>
        <p:spPr>
          <a:xfrm>
            <a:off x="7290772" y="1614756"/>
            <a:ext cx="558800" cy="0"/>
          </a:xfrm>
          <a:custGeom>
            <a:avLst/>
            <a:gdLst/>
            <a:ahLst/>
            <a:cxnLst/>
            <a:rect l="l" t="t" r="r" b="b"/>
            <a:pathLst>
              <a:path w="558800">
                <a:moveTo>
                  <a:pt x="0" y="0"/>
                </a:moveTo>
                <a:lnTo>
                  <a:pt x="279400" y="0"/>
                </a:lnTo>
                <a:lnTo>
                  <a:pt x="558799" y="0"/>
                </a:lnTo>
              </a:path>
            </a:pathLst>
          </a:custGeom>
          <a:ln w="19050">
            <a:solidFill>
              <a:srgbClr val="0000FF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4" name="object 214"/>
          <p:cNvSpPr/>
          <p:nvPr/>
        </p:nvSpPr>
        <p:spPr>
          <a:xfrm>
            <a:off x="7290772" y="2027110"/>
            <a:ext cx="558800" cy="0"/>
          </a:xfrm>
          <a:custGeom>
            <a:avLst/>
            <a:gdLst/>
            <a:ahLst/>
            <a:cxnLst/>
            <a:rect l="l" t="t" r="r" b="b"/>
            <a:pathLst>
              <a:path w="558800">
                <a:moveTo>
                  <a:pt x="0" y="0"/>
                </a:moveTo>
                <a:lnTo>
                  <a:pt x="279400" y="0"/>
                </a:lnTo>
                <a:lnTo>
                  <a:pt x="558799" y="0"/>
                </a:lnTo>
              </a:path>
            </a:pathLst>
          </a:custGeom>
          <a:ln w="25400">
            <a:solidFill>
              <a:srgbClr val="FF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5" name="object 123">
            <a:extLst>
              <a:ext uri="{FF2B5EF4-FFF2-40B4-BE49-F238E27FC236}">
                <a16:creationId xmlns:a16="http://schemas.microsoft.com/office/drawing/2014/main" id="{D769A3FE-666A-C6C6-0F25-A0F2CAD07C3C}"/>
              </a:ext>
            </a:extLst>
          </p:cNvPr>
          <p:cNvSpPr/>
          <p:nvPr/>
        </p:nvSpPr>
        <p:spPr>
          <a:xfrm>
            <a:off x="7396182" y="235521"/>
            <a:ext cx="347980" cy="347980"/>
          </a:xfrm>
          <a:custGeom>
            <a:avLst/>
            <a:gdLst/>
            <a:ahLst/>
            <a:cxnLst/>
            <a:rect l="l" t="t" r="r" b="b"/>
            <a:pathLst>
              <a:path w="347979" h="347979">
                <a:moveTo>
                  <a:pt x="173901" y="347803"/>
                </a:moveTo>
                <a:lnTo>
                  <a:pt x="347803" y="0"/>
                </a:lnTo>
                <a:lnTo>
                  <a:pt x="0" y="0"/>
                </a:lnTo>
                <a:lnTo>
                  <a:pt x="173901" y="347803"/>
                </a:lnTo>
                <a:close/>
              </a:path>
            </a:pathLst>
          </a:custGeom>
          <a:ln w="19050">
            <a:solidFill>
              <a:srgbClr val="E277C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9" name="object 46">
            <a:extLst>
              <a:ext uri="{FF2B5EF4-FFF2-40B4-BE49-F238E27FC236}">
                <a16:creationId xmlns:a16="http://schemas.microsoft.com/office/drawing/2014/main" id="{D6507647-3F70-EEB5-CCBE-BE13219685D8}"/>
              </a:ext>
            </a:extLst>
          </p:cNvPr>
          <p:cNvSpPr/>
          <p:nvPr/>
        </p:nvSpPr>
        <p:spPr>
          <a:xfrm>
            <a:off x="308138" y="235521"/>
            <a:ext cx="347980" cy="347980"/>
          </a:xfrm>
          <a:custGeom>
            <a:avLst/>
            <a:gdLst/>
            <a:ahLst/>
            <a:cxnLst/>
            <a:rect l="l" t="t" r="r" b="b"/>
            <a:pathLst>
              <a:path w="347979" h="347979">
                <a:moveTo>
                  <a:pt x="0" y="347803"/>
                </a:moveTo>
                <a:lnTo>
                  <a:pt x="347803" y="347803"/>
                </a:lnTo>
                <a:lnTo>
                  <a:pt x="347803" y="0"/>
                </a:lnTo>
                <a:lnTo>
                  <a:pt x="0" y="0"/>
                </a:lnTo>
                <a:lnTo>
                  <a:pt x="0" y="347803"/>
                </a:lnTo>
                <a:close/>
              </a:path>
            </a:pathLst>
          </a:custGeom>
          <a:ln w="19050">
            <a:solidFill>
              <a:srgbClr val="1F77B3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3FA20965-A256-DA9A-07BB-C1F56075D5F4}"/>
              </a:ext>
            </a:extLst>
          </p:cNvPr>
          <p:cNvSpPr txBox="1"/>
          <p:nvPr/>
        </p:nvSpPr>
        <p:spPr>
          <a:xfrm>
            <a:off x="7969250" y="9109700"/>
            <a:ext cx="44364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3535">
              <a:lnSpc>
                <a:spcPct val="100000"/>
              </a:lnSpc>
              <a:spcBef>
                <a:spcPts val="1690"/>
              </a:spcBef>
            </a:pPr>
            <a:r>
              <a:rPr lang="en-US" sz="2800" spc="-95" dirty="0">
                <a:latin typeface="Lucida Sans"/>
                <a:cs typeface="Lucida Sans"/>
              </a:rPr>
              <a:t>Area</a:t>
            </a:r>
            <a:r>
              <a:rPr lang="en-US" sz="2800" spc="-100" dirty="0">
                <a:latin typeface="Lucida Sans"/>
                <a:cs typeface="Lucida Sans"/>
              </a:rPr>
              <a:t> </a:t>
            </a:r>
            <a:r>
              <a:rPr lang="en-US" sz="2800" spc="-45" dirty="0">
                <a:latin typeface="Lucida Sans"/>
                <a:cs typeface="Lucida Sans"/>
              </a:rPr>
              <a:t>coverage</a:t>
            </a:r>
            <a:r>
              <a:rPr lang="en-US" sz="2800" spc="-120" dirty="0">
                <a:latin typeface="Lucida Sans"/>
                <a:cs typeface="Lucida Sans"/>
              </a:rPr>
              <a:t> </a:t>
            </a:r>
            <a:r>
              <a:rPr lang="en-US" sz="2800" spc="-25" dirty="0">
                <a:latin typeface="Lucida Sans"/>
                <a:cs typeface="Lucida Sans"/>
              </a:rPr>
              <a:t>(m²)</a:t>
            </a:r>
            <a:endParaRPr lang="en-US" sz="2800" dirty="0">
              <a:latin typeface="Lucida Sans"/>
              <a:cs typeface="Lucida Sans"/>
            </a:endParaRPr>
          </a:p>
        </p:txBody>
      </p:sp>
      <p:sp>
        <p:nvSpPr>
          <p:cNvPr id="222" name="object 234">
            <a:extLst>
              <a:ext uri="{FF2B5EF4-FFF2-40B4-BE49-F238E27FC236}">
                <a16:creationId xmlns:a16="http://schemas.microsoft.com/office/drawing/2014/main" id="{5045133E-B9BF-C1EC-9124-CE89D11E5F4F}"/>
              </a:ext>
            </a:extLst>
          </p:cNvPr>
          <p:cNvSpPr txBox="1"/>
          <p:nvPr/>
        </p:nvSpPr>
        <p:spPr>
          <a:xfrm>
            <a:off x="7177743" y="2916937"/>
            <a:ext cx="2243316" cy="924292"/>
          </a:xfrm>
          <a:prstGeom prst="rect">
            <a:avLst/>
          </a:prstGeom>
        </p:spPr>
        <p:txBody>
          <a:bodyPr vert="horz" wrap="square" lIns="0" tIns="67945" rIns="0" bIns="0" numCol="1" rtlCol="0">
            <a:spAutoFit/>
          </a:bodyPr>
          <a:lstStyle/>
          <a:p>
            <a:pPr marR="5080" lvl="1" indent="-507365" algn="ctr">
              <a:lnSpc>
                <a:spcPts val="2170"/>
              </a:lnSpc>
            </a:pPr>
            <a:r>
              <a:rPr lang="en-US" sz="2800" spc="-25" dirty="0">
                <a:latin typeface="Lucida Sans"/>
                <a:cs typeface="Lucida Sans"/>
              </a:rPr>
              <a:t> (</a:t>
            </a:r>
            <a:r>
              <a:rPr lang="en-US" sz="2800" spc="-25" dirty="0" err="1">
                <a:latin typeface="Lucida Sans"/>
                <a:cs typeface="Lucida Sans"/>
              </a:rPr>
              <a:t>i</a:t>
            </a:r>
            <a:r>
              <a:rPr lang="en-US" sz="2800" spc="-25" dirty="0">
                <a:latin typeface="Lucida Sans"/>
                <a:cs typeface="Lucida Sans"/>
              </a:rPr>
              <a:t>)I</a:t>
            </a:r>
            <a:r>
              <a:rPr sz="2800" spc="-95" dirty="0">
                <a:latin typeface="Lucida Sans"/>
                <a:cs typeface="Lucida Sans"/>
              </a:rPr>
              <a:t>nsufficient</a:t>
            </a:r>
            <a:r>
              <a:rPr sz="2800" spc="25" dirty="0">
                <a:latin typeface="Lucida Sans"/>
                <a:cs typeface="Lucida Sans"/>
              </a:rPr>
              <a:t> </a:t>
            </a:r>
            <a:r>
              <a:rPr lang="en-US" sz="2800" spc="-25" dirty="0">
                <a:latin typeface="Lucida Sans"/>
                <a:cs typeface="Lucida Sans"/>
              </a:rPr>
              <a:t>A</a:t>
            </a:r>
            <a:r>
              <a:rPr sz="2800" spc="-25" dirty="0">
                <a:latin typeface="Lucida Sans"/>
                <a:cs typeface="Lucida Sans"/>
              </a:rPr>
              <a:t>rea</a:t>
            </a:r>
            <a:r>
              <a:rPr lang="en-US" sz="2800" spc="-25" dirty="0">
                <a:latin typeface="Lucida Sans"/>
                <a:cs typeface="Lucida Sans"/>
              </a:rPr>
              <a:t> </a:t>
            </a:r>
            <a:r>
              <a:rPr lang="en-US" sz="2800" spc="-40" dirty="0">
                <a:latin typeface="Lucida Sans"/>
                <a:cs typeface="Lucida Sans"/>
              </a:rPr>
              <a:t>C</a:t>
            </a:r>
            <a:r>
              <a:rPr sz="2800" spc="-40" dirty="0">
                <a:latin typeface="Lucida Sans"/>
                <a:cs typeface="Lucida Sans"/>
              </a:rPr>
              <a:t>overage</a:t>
            </a:r>
            <a:endParaRPr sz="2800" dirty="0">
              <a:latin typeface="Lucida Sans"/>
              <a:cs typeface="Lucida Sans"/>
            </a:endParaRPr>
          </a:p>
        </p:txBody>
      </p:sp>
      <p:sp>
        <p:nvSpPr>
          <p:cNvPr id="223" name="object 235">
            <a:extLst>
              <a:ext uri="{FF2B5EF4-FFF2-40B4-BE49-F238E27FC236}">
                <a16:creationId xmlns:a16="http://schemas.microsoft.com/office/drawing/2014/main" id="{9B74E6C9-B423-AC8F-8C7F-458B7C57AD88}"/>
              </a:ext>
            </a:extLst>
          </p:cNvPr>
          <p:cNvSpPr txBox="1"/>
          <p:nvPr/>
        </p:nvSpPr>
        <p:spPr>
          <a:xfrm>
            <a:off x="9443513" y="2887027"/>
            <a:ext cx="3090683" cy="642163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 marR="5080" algn="ctr">
              <a:lnSpc>
                <a:spcPts val="2170"/>
              </a:lnSpc>
              <a:spcBef>
                <a:spcPts val="535"/>
              </a:spcBef>
            </a:pPr>
            <a:r>
              <a:rPr lang="en-US" sz="2800" spc="-20" dirty="0">
                <a:latin typeface="Lucida Sans"/>
                <a:cs typeface="Lucida Sans"/>
              </a:rPr>
              <a:t>(ii) </a:t>
            </a:r>
            <a:r>
              <a:rPr sz="2800" spc="-65" dirty="0">
                <a:latin typeface="Lucida Sans"/>
                <a:cs typeface="Lucida Sans"/>
              </a:rPr>
              <a:t>Sufficient</a:t>
            </a:r>
            <a:r>
              <a:rPr sz="2800" spc="-100" dirty="0">
                <a:latin typeface="Lucida Sans"/>
                <a:cs typeface="Lucida Sans"/>
              </a:rPr>
              <a:t> </a:t>
            </a:r>
            <a:r>
              <a:rPr lang="en-US" sz="2800" spc="-100" dirty="0">
                <a:latin typeface="Lucida Sans"/>
                <a:cs typeface="Lucida Sans"/>
              </a:rPr>
              <a:t>  </a:t>
            </a:r>
            <a:r>
              <a:rPr lang="en-US" sz="2800" spc="-35" dirty="0">
                <a:latin typeface="Lucida Sans"/>
                <a:cs typeface="Lucida Sans"/>
              </a:rPr>
              <a:t>A</a:t>
            </a:r>
            <a:r>
              <a:rPr sz="2800" spc="-35" dirty="0">
                <a:latin typeface="Lucida Sans"/>
                <a:cs typeface="Lucida Sans"/>
              </a:rPr>
              <a:t>rea</a:t>
            </a:r>
            <a:r>
              <a:rPr lang="en-US" sz="2800" spc="-35" dirty="0">
                <a:latin typeface="Lucida Sans"/>
                <a:cs typeface="Lucida Sans"/>
              </a:rPr>
              <a:t> </a:t>
            </a:r>
            <a:r>
              <a:rPr lang="en-US" sz="2800" spc="-40" dirty="0">
                <a:latin typeface="Lucida Sans"/>
                <a:cs typeface="Lucida Sans"/>
              </a:rPr>
              <a:t>C</a:t>
            </a:r>
            <a:r>
              <a:rPr sz="2800" spc="-40" dirty="0">
                <a:latin typeface="Lucida Sans"/>
                <a:cs typeface="Lucida Sans"/>
              </a:rPr>
              <a:t>overage</a:t>
            </a:r>
            <a:endParaRPr sz="2800" dirty="0">
              <a:latin typeface="Lucida Sans"/>
              <a:cs typeface="Lucida Sans"/>
            </a:endParaRPr>
          </a:p>
        </p:txBody>
      </p:sp>
      <p:cxnSp>
        <p:nvCxnSpPr>
          <p:cNvPr id="224" name="Connector: Elbow 255">
            <a:extLst>
              <a:ext uri="{FF2B5EF4-FFF2-40B4-BE49-F238E27FC236}">
                <a16:creationId xmlns:a16="http://schemas.microsoft.com/office/drawing/2014/main" id="{61EB4C67-D767-B568-62DE-E09430EB8D5F}"/>
              </a:ext>
            </a:extLst>
          </p:cNvPr>
          <p:cNvCxnSpPr>
            <a:cxnSpLocks/>
          </p:cNvCxnSpPr>
          <p:nvPr/>
        </p:nvCxnSpPr>
        <p:spPr>
          <a:xfrm>
            <a:off x="7372827" y="3857326"/>
            <a:ext cx="2014716" cy="0"/>
          </a:xfrm>
          <a:prstGeom prst="straightConnector1">
            <a:avLst/>
          </a:prstGeom>
          <a:ln w="63500">
            <a:solidFill>
              <a:schemeClr val="tx1"/>
            </a:solidFill>
            <a:prstDash val="dash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: Elbow 255">
            <a:extLst>
              <a:ext uri="{FF2B5EF4-FFF2-40B4-BE49-F238E27FC236}">
                <a16:creationId xmlns:a16="http://schemas.microsoft.com/office/drawing/2014/main" id="{43E2B1C9-179C-92C2-6BF7-0D07243704BB}"/>
              </a:ext>
            </a:extLst>
          </p:cNvPr>
          <p:cNvCxnSpPr>
            <a:cxnSpLocks/>
          </p:cNvCxnSpPr>
          <p:nvPr/>
        </p:nvCxnSpPr>
        <p:spPr>
          <a:xfrm>
            <a:off x="9443513" y="3649027"/>
            <a:ext cx="3090683" cy="0"/>
          </a:xfrm>
          <a:prstGeom prst="straightConnector1">
            <a:avLst/>
          </a:prstGeom>
          <a:ln w="63500">
            <a:solidFill>
              <a:schemeClr val="tx1"/>
            </a:solidFill>
            <a:prstDash val="dash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6" name="object 219">
            <a:extLst>
              <a:ext uri="{FF2B5EF4-FFF2-40B4-BE49-F238E27FC236}">
                <a16:creationId xmlns:a16="http://schemas.microsoft.com/office/drawing/2014/main" id="{58780637-FC3F-6C3C-35A8-3EFF425069B8}"/>
              </a:ext>
            </a:extLst>
          </p:cNvPr>
          <p:cNvSpPr/>
          <p:nvPr/>
        </p:nvSpPr>
        <p:spPr>
          <a:xfrm>
            <a:off x="1516941" y="7721489"/>
            <a:ext cx="989330" cy="904875"/>
          </a:xfrm>
          <a:custGeom>
            <a:avLst/>
            <a:gdLst/>
            <a:ahLst/>
            <a:cxnLst/>
            <a:rect l="l" t="t" r="r" b="b"/>
            <a:pathLst>
              <a:path w="989330" h="904875">
                <a:moveTo>
                  <a:pt x="0" y="452132"/>
                </a:moveTo>
                <a:lnTo>
                  <a:pt x="2553" y="405904"/>
                </a:lnTo>
                <a:lnTo>
                  <a:pt x="10046" y="361011"/>
                </a:lnTo>
                <a:lnTo>
                  <a:pt x="22232" y="317681"/>
                </a:lnTo>
                <a:lnTo>
                  <a:pt x="38861" y="276141"/>
                </a:lnTo>
                <a:lnTo>
                  <a:pt x="59684" y="236618"/>
                </a:lnTo>
                <a:lnTo>
                  <a:pt x="84454" y="199340"/>
                </a:lnTo>
                <a:lnTo>
                  <a:pt x="112922" y="164533"/>
                </a:lnTo>
                <a:lnTo>
                  <a:pt x="144838" y="132426"/>
                </a:lnTo>
                <a:lnTo>
                  <a:pt x="179955" y="103244"/>
                </a:lnTo>
                <a:lnTo>
                  <a:pt x="218025" y="77216"/>
                </a:lnTo>
                <a:lnTo>
                  <a:pt x="258797" y="54569"/>
                </a:lnTo>
                <a:lnTo>
                  <a:pt x="302025" y="35530"/>
                </a:lnTo>
                <a:lnTo>
                  <a:pt x="347459" y="20326"/>
                </a:lnTo>
                <a:lnTo>
                  <a:pt x="394850" y="9185"/>
                </a:lnTo>
                <a:lnTo>
                  <a:pt x="443951" y="2334"/>
                </a:lnTo>
                <a:lnTo>
                  <a:pt x="494512" y="0"/>
                </a:lnTo>
                <a:lnTo>
                  <a:pt x="545071" y="2334"/>
                </a:lnTo>
                <a:lnTo>
                  <a:pt x="594170" y="9185"/>
                </a:lnTo>
                <a:lnTo>
                  <a:pt x="641560" y="20326"/>
                </a:lnTo>
                <a:lnTo>
                  <a:pt x="686992" y="35530"/>
                </a:lnTo>
                <a:lnTo>
                  <a:pt x="730218" y="54569"/>
                </a:lnTo>
                <a:lnTo>
                  <a:pt x="770990" y="77216"/>
                </a:lnTo>
                <a:lnTo>
                  <a:pt x="809058" y="103244"/>
                </a:lnTo>
                <a:lnTo>
                  <a:pt x="844175" y="132426"/>
                </a:lnTo>
                <a:lnTo>
                  <a:pt x="876091" y="164533"/>
                </a:lnTo>
                <a:lnTo>
                  <a:pt x="904558" y="199340"/>
                </a:lnTo>
                <a:lnTo>
                  <a:pt x="929328" y="236618"/>
                </a:lnTo>
                <a:lnTo>
                  <a:pt x="950151" y="276141"/>
                </a:lnTo>
                <a:lnTo>
                  <a:pt x="966780" y="317681"/>
                </a:lnTo>
                <a:lnTo>
                  <a:pt x="978965" y="361011"/>
                </a:lnTo>
                <a:lnTo>
                  <a:pt x="986459" y="405904"/>
                </a:lnTo>
                <a:lnTo>
                  <a:pt x="989012" y="452132"/>
                </a:lnTo>
                <a:lnTo>
                  <a:pt x="986459" y="498360"/>
                </a:lnTo>
                <a:lnTo>
                  <a:pt x="978965" y="543253"/>
                </a:lnTo>
                <a:lnTo>
                  <a:pt x="966780" y="586583"/>
                </a:lnTo>
                <a:lnTo>
                  <a:pt x="950151" y="628123"/>
                </a:lnTo>
                <a:lnTo>
                  <a:pt x="929328" y="667646"/>
                </a:lnTo>
                <a:lnTo>
                  <a:pt x="904558" y="704925"/>
                </a:lnTo>
                <a:lnTo>
                  <a:pt x="876091" y="739731"/>
                </a:lnTo>
                <a:lnTo>
                  <a:pt x="844175" y="771839"/>
                </a:lnTo>
                <a:lnTo>
                  <a:pt x="809058" y="801020"/>
                </a:lnTo>
                <a:lnTo>
                  <a:pt x="770990" y="827048"/>
                </a:lnTo>
                <a:lnTo>
                  <a:pt x="730218" y="849695"/>
                </a:lnTo>
                <a:lnTo>
                  <a:pt x="686992" y="868734"/>
                </a:lnTo>
                <a:lnTo>
                  <a:pt x="641560" y="883938"/>
                </a:lnTo>
                <a:lnTo>
                  <a:pt x="594170" y="895079"/>
                </a:lnTo>
                <a:lnTo>
                  <a:pt x="545071" y="901931"/>
                </a:lnTo>
                <a:lnTo>
                  <a:pt x="494512" y="904265"/>
                </a:lnTo>
                <a:lnTo>
                  <a:pt x="443951" y="901931"/>
                </a:lnTo>
                <a:lnTo>
                  <a:pt x="394850" y="895079"/>
                </a:lnTo>
                <a:lnTo>
                  <a:pt x="347459" y="883938"/>
                </a:lnTo>
                <a:lnTo>
                  <a:pt x="302025" y="868734"/>
                </a:lnTo>
                <a:lnTo>
                  <a:pt x="258797" y="849695"/>
                </a:lnTo>
                <a:lnTo>
                  <a:pt x="218025" y="827048"/>
                </a:lnTo>
                <a:lnTo>
                  <a:pt x="179955" y="801020"/>
                </a:lnTo>
                <a:lnTo>
                  <a:pt x="144838" y="771839"/>
                </a:lnTo>
                <a:lnTo>
                  <a:pt x="112922" y="739731"/>
                </a:lnTo>
                <a:lnTo>
                  <a:pt x="84454" y="704925"/>
                </a:lnTo>
                <a:lnTo>
                  <a:pt x="59684" y="667646"/>
                </a:lnTo>
                <a:lnTo>
                  <a:pt x="38861" y="628123"/>
                </a:lnTo>
                <a:lnTo>
                  <a:pt x="22232" y="586583"/>
                </a:lnTo>
                <a:lnTo>
                  <a:pt x="10046" y="543253"/>
                </a:lnTo>
                <a:lnTo>
                  <a:pt x="2553" y="498360"/>
                </a:lnTo>
                <a:lnTo>
                  <a:pt x="0" y="452132"/>
                </a:lnTo>
                <a:close/>
              </a:path>
            </a:pathLst>
          </a:custGeom>
          <a:ln w="31750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7" name="object 220">
            <a:extLst>
              <a:ext uri="{FF2B5EF4-FFF2-40B4-BE49-F238E27FC236}">
                <a16:creationId xmlns:a16="http://schemas.microsoft.com/office/drawing/2014/main" id="{351A2481-7A3B-E33F-C69B-3AD81FF8922B}"/>
              </a:ext>
            </a:extLst>
          </p:cNvPr>
          <p:cNvSpPr txBox="1"/>
          <p:nvPr/>
        </p:nvSpPr>
        <p:spPr>
          <a:xfrm>
            <a:off x="2556940" y="8040360"/>
            <a:ext cx="14319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latin typeface="Verdana"/>
                <a:cs typeface="Verdana"/>
              </a:rPr>
              <a:t>Cluster</a:t>
            </a:r>
            <a:endParaRPr sz="2800" dirty="0">
              <a:latin typeface="Verdana"/>
              <a:cs typeface="Verdana"/>
            </a:endParaRPr>
          </a:p>
        </p:txBody>
      </p:sp>
      <p:sp>
        <p:nvSpPr>
          <p:cNvPr id="228" name="object 219">
            <a:extLst>
              <a:ext uri="{FF2B5EF4-FFF2-40B4-BE49-F238E27FC236}">
                <a16:creationId xmlns:a16="http://schemas.microsoft.com/office/drawing/2014/main" id="{0225F337-FA5B-17AC-73E6-45660AF1FCD9}"/>
              </a:ext>
            </a:extLst>
          </p:cNvPr>
          <p:cNvSpPr/>
          <p:nvPr/>
        </p:nvSpPr>
        <p:spPr>
          <a:xfrm>
            <a:off x="9195417" y="7473108"/>
            <a:ext cx="1155904" cy="1142170"/>
          </a:xfrm>
          <a:custGeom>
            <a:avLst/>
            <a:gdLst/>
            <a:ahLst/>
            <a:cxnLst/>
            <a:rect l="l" t="t" r="r" b="b"/>
            <a:pathLst>
              <a:path w="989330" h="904875">
                <a:moveTo>
                  <a:pt x="0" y="452132"/>
                </a:moveTo>
                <a:lnTo>
                  <a:pt x="2553" y="405904"/>
                </a:lnTo>
                <a:lnTo>
                  <a:pt x="10046" y="361011"/>
                </a:lnTo>
                <a:lnTo>
                  <a:pt x="22232" y="317681"/>
                </a:lnTo>
                <a:lnTo>
                  <a:pt x="38861" y="276141"/>
                </a:lnTo>
                <a:lnTo>
                  <a:pt x="59684" y="236618"/>
                </a:lnTo>
                <a:lnTo>
                  <a:pt x="84454" y="199340"/>
                </a:lnTo>
                <a:lnTo>
                  <a:pt x="112922" y="164533"/>
                </a:lnTo>
                <a:lnTo>
                  <a:pt x="144838" y="132426"/>
                </a:lnTo>
                <a:lnTo>
                  <a:pt x="179955" y="103244"/>
                </a:lnTo>
                <a:lnTo>
                  <a:pt x="218025" y="77216"/>
                </a:lnTo>
                <a:lnTo>
                  <a:pt x="258797" y="54569"/>
                </a:lnTo>
                <a:lnTo>
                  <a:pt x="302025" y="35530"/>
                </a:lnTo>
                <a:lnTo>
                  <a:pt x="347459" y="20326"/>
                </a:lnTo>
                <a:lnTo>
                  <a:pt x="394850" y="9185"/>
                </a:lnTo>
                <a:lnTo>
                  <a:pt x="443951" y="2334"/>
                </a:lnTo>
                <a:lnTo>
                  <a:pt x="494512" y="0"/>
                </a:lnTo>
                <a:lnTo>
                  <a:pt x="545071" y="2334"/>
                </a:lnTo>
                <a:lnTo>
                  <a:pt x="594170" y="9185"/>
                </a:lnTo>
                <a:lnTo>
                  <a:pt x="641560" y="20326"/>
                </a:lnTo>
                <a:lnTo>
                  <a:pt x="686992" y="35530"/>
                </a:lnTo>
                <a:lnTo>
                  <a:pt x="730218" y="54569"/>
                </a:lnTo>
                <a:lnTo>
                  <a:pt x="770990" y="77216"/>
                </a:lnTo>
                <a:lnTo>
                  <a:pt x="809058" y="103244"/>
                </a:lnTo>
                <a:lnTo>
                  <a:pt x="844175" y="132426"/>
                </a:lnTo>
                <a:lnTo>
                  <a:pt x="876091" y="164533"/>
                </a:lnTo>
                <a:lnTo>
                  <a:pt x="904558" y="199340"/>
                </a:lnTo>
                <a:lnTo>
                  <a:pt x="929328" y="236618"/>
                </a:lnTo>
                <a:lnTo>
                  <a:pt x="950151" y="276141"/>
                </a:lnTo>
                <a:lnTo>
                  <a:pt x="966780" y="317681"/>
                </a:lnTo>
                <a:lnTo>
                  <a:pt x="978965" y="361011"/>
                </a:lnTo>
                <a:lnTo>
                  <a:pt x="986459" y="405904"/>
                </a:lnTo>
                <a:lnTo>
                  <a:pt x="989012" y="452132"/>
                </a:lnTo>
                <a:lnTo>
                  <a:pt x="986459" y="498360"/>
                </a:lnTo>
                <a:lnTo>
                  <a:pt x="978965" y="543253"/>
                </a:lnTo>
                <a:lnTo>
                  <a:pt x="966780" y="586583"/>
                </a:lnTo>
                <a:lnTo>
                  <a:pt x="950151" y="628123"/>
                </a:lnTo>
                <a:lnTo>
                  <a:pt x="929328" y="667646"/>
                </a:lnTo>
                <a:lnTo>
                  <a:pt x="904558" y="704925"/>
                </a:lnTo>
                <a:lnTo>
                  <a:pt x="876091" y="739731"/>
                </a:lnTo>
                <a:lnTo>
                  <a:pt x="844175" y="771839"/>
                </a:lnTo>
                <a:lnTo>
                  <a:pt x="809058" y="801020"/>
                </a:lnTo>
                <a:lnTo>
                  <a:pt x="770990" y="827048"/>
                </a:lnTo>
                <a:lnTo>
                  <a:pt x="730218" y="849695"/>
                </a:lnTo>
                <a:lnTo>
                  <a:pt x="686992" y="868734"/>
                </a:lnTo>
                <a:lnTo>
                  <a:pt x="641560" y="883938"/>
                </a:lnTo>
                <a:lnTo>
                  <a:pt x="594170" y="895079"/>
                </a:lnTo>
                <a:lnTo>
                  <a:pt x="545071" y="901931"/>
                </a:lnTo>
                <a:lnTo>
                  <a:pt x="494512" y="904265"/>
                </a:lnTo>
                <a:lnTo>
                  <a:pt x="443951" y="901931"/>
                </a:lnTo>
                <a:lnTo>
                  <a:pt x="394850" y="895079"/>
                </a:lnTo>
                <a:lnTo>
                  <a:pt x="347459" y="883938"/>
                </a:lnTo>
                <a:lnTo>
                  <a:pt x="302025" y="868734"/>
                </a:lnTo>
                <a:lnTo>
                  <a:pt x="258797" y="849695"/>
                </a:lnTo>
                <a:lnTo>
                  <a:pt x="218025" y="827048"/>
                </a:lnTo>
                <a:lnTo>
                  <a:pt x="179955" y="801020"/>
                </a:lnTo>
                <a:lnTo>
                  <a:pt x="144838" y="771839"/>
                </a:lnTo>
                <a:lnTo>
                  <a:pt x="112922" y="739731"/>
                </a:lnTo>
                <a:lnTo>
                  <a:pt x="84454" y="704925"/>
                </a:lnTo>
                <a:lnTo>
                  <a:pt x="59684" y="667646"/>
                </a:lnTo>
                <a:lnTo>
                  <a:pt x="38861" y="628123"/>
                </a:lnTo>
                <a:lnTo>
                  <a:pt x="22232" y="586583"/>
                </a:lnTo>
                <a:lnTo>
                  <a:pt x="10046" y="543253"/>
                </a:lnTo>
                <a:lnTo>
                  <a:pt x="2553" y="498360"/>
                </a:lnTo>
                <a:lnTo>
                  <a:pt x="0" y="452132"/>
                </a:lnTo>
                <a:close/>
              </a:path>
            </a:pathLst>
          </a:custGeom>
          <a:ln w="31750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9" name="object 220">
            <a:extLst>
              <a:ext uri="{FF2B5EF4-FFF2-40B4-BE49-F238E27FC236}">
                <a16:creationId xmlns:a16="http://schemas.microsoft.com/office/drawing/2014/main" id="{B107BEF9-4DE6-8D53-601D-12ADA02A69F0}"/>
              </a:ext>
            </a:extLst>
          </p:cNvPr>
          <p:cNvSpPr txBox="1"/>
          <p:nvPr/>
        </p:nvSpPr>
        <p:spPr>
          <a:xfrm>
            <a:off x="10309443" y="8124264"/>
            <a:ext cx="14319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latin typeface="Verdana"/>
                <a:cs typeface="Verdana"/>
              </a:rPr>
              <a:t>Cluster</a:t>
            </a:r>
            <a:endParaRPr sz="2800" dirty="0">
              <a:latin typeface="Verdana"/>
              <a:cs typeface="Verdana"/>
            </a:endParaRPr>
          </a:p>
        </p:txBody>
      </p:sp>
      <p:sp>
        <p:nvSpPr>
          <p:cNvPr id="216" name="object 123">
            <a:extLst>
              <a:ext uri="{FF2B5EF4-FFF2-40B4-BE49-F238E27FC236}">
                <a16:creationId xmlns:a16="http://schemas.microsoft.com/office/drawing/2014/main" id="{DDF071F3-B57C-BB10-9453-9D4F1CECEFB0}"/>
              </a:ext>
            </a:extLst>
          </p:cNvPr>
          <p:cNvSpPr/>
          <p:nvPr/>
        </p:nvSpPr>
        <p:spPr>
          <a:xfrm>
            <a:off x="12312650" y="6338431"/>
            <a:ext cx="347980" cy="347980"/>
          </a:xfrm>
          <a:custGeom>
            <a:avLst/>
            <a:gdLst/>
            <a:ahLst/>
            <a:cxnLst/>
            <a:rect l="l" t="t" r="r" b="b"/>
            <a:pathLst>
              <a:path w="347979" h="347979">
                <a:moveTo>
                  <a:pt x="173901" y="347803"/>
                </a:moveTo>
                <a:lnTo>
                  <a:pt x="347803" y="0"/>
                </a:lnTo>
                <a:lnTo>
                  <a:pt x="0" y="0"/>
                </a:lnTo>
                <a:lnTo>
                  <a:pt x="173901" y="347803"/>
                </a:lnTo>
                <a:close/>
              </a:path>
            </a:pathLst>
          </a:custGeom>
          <a:ln w="19050">
            <a:solidFill>
              <a:srgbClr val="E277C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7" name="Rectangle 216">
            <a:extLst>
              <a:ext uri="{FF2B5EF4-FFF2-40B4-BE49-F238E27FC236}">
                <a16:creationId xmlns:a16="http://schemas.microsoft.com/office/drawing/2014/main" id="{15D72B05-C068-52BB-39C6-FFF0C6997D5F}"/>
              </a:ext>
            </a:extLst>
          </p:cNvPr>
          <p:cNvSpPr/>
          <p:nvPr/>
        </p:nvSpPr>
        <p:spPr>
          <a:xfrm>
            <a:off x="12541250" y="6305550"/>
            <a:ext cx="304800" cy="3479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0" name="object 184">
            <a:extLst>
              <a:ext uri="{FF2B5EF4-FFF2-40B4-BE49-F238E27FC236}">
                <a16:creationId xmlns:a16="http://schemas.microsoft.com/office/drawing/2014/main" id="{96BC530A-83B7-5BCE-3B8D-C406A95E46CE}"/>
              </a:ext>
            </a:extLst>
          </p:cNvPr>
          <p:cNvSpPr/>
          <p:nvPr/>
        </p:nvSpPr>
        <p:spPr>
          <a:xfrm>
            <a:off x="7492345" y="8390939"/>
            <a:ext cx="347980" cy="347980"/>
          </a:xfrm>
          <a:custGeom>
            <a:avLst/>
            <a:gdLst/>
            <a:ahLst/>
            <a:cxnLst/>
            <a:rect l="l" t="t" r="r" b="b"/>
            <a:pathLst>
              <a:path w="347979" h="347979">
                <a:moveTo>
                  <a:pt x="173901" y="173901"/>
                </a:moveTo>
                <a:lnTo>
                  <a:pt x="0" y="347803"/>
                </a:lnTo>
                <a:lnTo>
                  <a:pt x="347803" y="347803"/>
                </a:lnTo>
                <a:lnTo>
                  <a:pt x="173901" y="173901"/>
                </a:lnTo>
                <a:close/>
              </a:path>
              <a:path w="347979" h="347979">
                <a:moveTo>
                  <a:pt x="347803" y="0"/>
                </a:moveTo>
                <a:lnTo>
                  <a:pt x="0" y="0"/>
                </a:lnTo>
                <a:lnTo>
                  <a:pt x="173901" y="173901"/>
                </a:lnTo>
                <a:lnTo>
                  <a:pt x="347803" y="0"/>
                </a:lnTo>
                <a:close/>
              </a:path>
            </a:pathLst>
          </a:custGeom>
          <a:solidFill>
            <a:srgbClr val="8B564B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9" name="object 184">
            <a:extLst>
              <a:ext uri="{FF2B5EF4-FFF2-40B4-BE49-F238E27FC236}">
                <a16:creationId xmlns:a16="http://schemas.microsoft.com/office/drawing/2014/main" id="{9055237F-026B-C5A5-5275-CD107AE6C5E2}"/>
              </a:ext>
            </a:extLst>
          </p:cNvPr>
          <p:cNvSpPr/>
          <p:nvPr/>
        </p:nvSpPr>
        <p:spPr>
          <a:xfrm>
            <a:off x="1547114" y="6338431"/>
            <a:ext cx="347980" cy="347980"/>
          </a:xfrm>
          <a:custGeom>
            <a:avLst/>
            <a:gdLst/>
            <a:ahLst/>
            <a:cxnLst/>
            <a:rect l="l" t="t" r="r" b="b"/>
            <a:pathLst>
              <a:path w="347979" h="347979">
                <a:moveTo>
                  <a:pt x="173901" y="173901"/>
                </a:moveTo>
                <a:lnTo>
                  <a:pt x="0" y="347803"/>
                </a:lnTo>
                <a:lnTo>
                  <a:pt x="347803" y="347803"/>
                </a:lnTo>
                <a:lnTo>
                  <a:pt x="173901" y="173901"/>
                </a:lnTo>
                <a:close/>
              </a:path>
              <a:path w="347979" h="347979">
                <a:moveTo>
                  <a:pt x="347803" y="0"/>
                </a:moveTo>
                <a:lnTo>
                  <a:pt x="0" y="0"/>
                </a:lnTo>
                <a:lnTo>
                  <a:pt x="173901" y="173901"/>
                </a:lnTo>
                <a:lnTo>
                  <a:pt x="347803" y="0"/>
                </a:lnTo>
                <a:close/>
              </a:path>
            </a:pathLst>
          </a:custGeom>
          <a:solidFill>
            <a:srgbClr val="8B564B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0" name="object 184">
            <a:extLst>
              <a:ext uri="{FF2B5EF4-FFF2-40B4-BE49-F238E27FC236}">
                <a16:creationId xmlns:a16="http://schemas.microsoft.com/office/drawing/2014/main" id="{5A26F569-D9D9-4B7A-0173-432A9046AF18}"/>
              </a:ext>
            </a:extLst>
          </p:cNvPr>
          <p:cNvSpPr/>
          <p:nvPr/>
        </p:nvSpPr>
        <p:spPr>
          <a:xfrm>
            <a:off x="1629155" y="6365285"/>
            <a:ext cx="347980" cy="347980"/>
          </a:xfrm>
          <a:custGeom>
            <a:avLst/>
            <a:gdLst/>
            <a:ahLst/>
            <a:cxnLst/>
            <a:rect l="l" t="t" r="r" b="b"/>
            <a:pathLst>
              <a:path w="347979" h="347979">
                <a:moveTo>
                  <a:pt x="173901" y="173901"/>
                </a:moveTo>
                <a:lnTo>
                  <a:pt x="0" y="347803"/>
                </a:lnTo>
                <a:lnTo>
                  <a:pt x="347803" y="347803"/>
                </a:lnTo>
                <a:lnTo>
                  <a:pt x="173901" y="173901"/>
                </a:lnTo>
                <a:close/>
              </a:path>
              <a:path w="347979" h="347979">
                <a:moveTo>
                  <a:pt x="347803" y="0"/>
                </a:moveTo>
                <a:lnTo>
                  <a:pt x="0" y="0"/>
                </a:lnTo>
                <a:lnTo>
                  <a:pt x="173901" y="173901"/>
                </a:lnTo>
                <a:lnTo>
                  <a:pt x="347803" y="0"/>
                </a:lnTo>
                <a:close/>
              </a:path>
            </a:pathLst>
          </a:custGeom>
          <a:solidFill>
            <a:srgbClr val="8B564B">
              <a:alpha val="79998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1" name="object 184">
            <a:extLst>
              <a:ext uri="{FF2B5EF4-FFF2-40B4-BE49-F238E27FC236}">
                <a16:creationId xmlns:a16="http://schemas.microsoft.com/office/drawing/2014/main" id="{5521B3BE-C110-037B-804E-F3753D5B66A9}"/>
              </a:ext>
            </a:extLst>
          </p:cNvPr>
          <p:cNvSpPr/>
          <p:nvPr/>
        </p:nvSpPr>
        <p:spPr>
          <a:xfrm>
            <a:off x="1388501" y="6955129"/>
            <a:ext cx="347980" cy="347980"/>
          </a:xfrm>
          <a:custGeom>
            <a:avLst/>
            <a:gdLst/>
            <a:ahLst/>
            <a:cxnLst/>
            <a:rect l="l" t="t" r="r" b="b"/>
            <a:pathLst>
              <a:path w="347979" h="347979">
                <a:moveTo>
                  <a:pt x="173901" y="173901"/>
                </a:moveTo>
                <a:lnTo>
                  <a:pt x="0" y="347803"/>
                </a:lnTo>
                <a:lnTo>
                  <a:pt x="347803" y="347803"/>
                </a:lnTo>
                <a:lnTo>
                  <a:pt x="173901" y="173901"/>
                </a:lnTo>
                <a:close/>
              </a:path>
              <a:path w="347979" h="347979">
                <a:moveTo>
                  <a:pt x="347803" y="0"/>
                </a:moveTo>
                <a:lnTo>
                  <a:pt x="0" y="0"/>
                </a:lnTo>
                <a:lnTo>
                  <a:pt x="173901" y="173901"/>
                </a:lnTo>
                <a:lnTo>
                  <a:pt x="347803" y="0"/>
                </a:lnTo>
                <a:close/>
              </a:path>
            </a:pathLst>
          </a:custGeom>
          <a:solidFill>
            <a:srgbClr val="8B564B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3" name="Rectangle 242">
            <a:extLst>
              <a:ext uri="{FF2B5EF4-FFF2-40B4-BE49-F238E27FC236}">
                <a16:creationId xmlns:a16="http://schemas.microsoft.com/office/drawing/2014/main" id="{886A5F35-2624-F070-1855-0851DD0D6AC1}"/>
              </a:ext>
            </a:extLst>
          </p:cNvPr>
          <p:cNvSpPr/>
          <p:nvPr/>
        </p:nvSpPr>
        <p:spPr>
          <a:xfrm>
            <a:off x="1263650" y="6955129"/>
            <a:ext cx="283464" cy="3657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4" name="object 120">
            <a:extLst>
              <a:ext uri="{FF2B5EF4-FFF2-40B4-BE49-F238E27FC236}">
                <a16:creationId xmlns:a16="http://schemas.microsoft.com/office/drawing/2014/main" id="{485BABBC-D592-2C5F-283E-B22F95358FFB}"/>
              </a:ext>
            </a:extLst>
          </p:cNvPr>
          <p:cNvSpPr/>
          <p:nvPr/>
        </p:nvSpPr>
        <p:spPr>
          <a:xfrm>
            <a:off x="1634597" y="6369310"/>
            <a:ext cx="347980" cy="347980"/>
          </a:xfrm>
          <a:custGeom>
            <a:avLst/>
            <a:gdLst/>
            <a:ahLst/>
            <a:cxnLst/>
            <a:rect l="l" t="t" r="r" b="b"/>
            <a:pathLst>
              <a:path w="347979" h="347979">
                <a:moveTo>
                  <a:pt x="0" y="347803"/>
                </a:moveTo>
                <a:lnTo>
                  <a:pt x="347803" y="0"/>
                </a:lnTo>
              </a:path>
              <a:path w="347979" h="347979">
                <a:moveTo>
                  <a:pt x="0" y="0"/>
                </a:moveTo>
                <a:lnTo>
                  <a:pt x="347803" y="347803"/>
                </a:lnTo>
              </a:path>
            </a:pathLst>
          </a:custGeom>
          <a:ln w="19050">
            <a:solidFill>
              <a:srgbClr val="8B564B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5" name="object 120">
            <a:extLst>
              <a:ext uri="{FF2B5EF4-FFF2-40B4-BE49-F238E27FC236}">
                <a16:creationId xmlns:a16="http://schemas.microsoft.com/office/drawing/2014/main" id="{132F9EDB-1499-9A95-E1C0-CB6A6BB9E4DD}"/>
              </a:ext>
            </a:extLst>
          </p:cNvPr>
          <p:cNvSpPr/>
          <p:nvPr/>
        </p:nvSpPr>
        <p:spPr>
          <a:xfrm>
            <a:off x="1547114" y="6338887"/>
            <a:ext cx="347980" cy="347980"/>
          </a:xfrm>
          <a:custGeom>
            <a:avLst/>
            <a:gdLst/>
            <a:ahLst/>
            <a:cxnLst/>
            <a:rect l="l" t="t" r="r" b="b"/>
            <a:pathLst>
              <a:path w="347979" h="347979">
                <a:moveTo>
                  <a:pt x="0" y="347803"/>
                </a:moveTo>
                <a:lnTo>
                  <a:pt x="347803" y="0"/>
                </a:lnTo>
              </a:path>
              <a:path w="347979" h="347979">
                <a:moveTo>
                  <a:pt x="0" y="0"/>
                </a:moveTo>
                <a:lnTo>
                  <a:pt x="347803" y="347803"/>
                </a:lnTo>
              </a:path>
            </a:pathLst>
          </a:custGeom>
          <a:ln w="19050">
            <a:solidFill>
              <a:srgbClr val="8B564B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6" name="Rectangle 245">
            <a:extLst>
              <a:ext uri="{FF2B5EF4-FFF2-40B4-BE49-F238E27FC236}">
                <a16:creationId xmlns:a16="http://schemas.microsoft.com/office/drawing/2014/main" id="{CAB4DABF-506F-118C-14F0-35321147BB58}"/>
              </a:ext>
            </a:extLst>
          </p:cNvPr>
          <p:cNvSpPr/>
          <p:nvPr/>
        </p:nvSpPr>
        <p:spPr>
          <a:xfrm>
            <a:off x="7009066" y="4523596"/>
            <a:ext cx="283464" cy="3657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7" name="Rectangle 246">
            <a:extLst>
              <a:ext uri="{FF2B5EF4-FFF2-40B4-BE49-F238E27FC236}">
                <a16:creationId xmlns:a16="http://schemas.microsoft.com/office/drawing/2014/main" id="{A18342F3-4C03-C2A7-9F7F-1453BA352326}"/>
              </a:ext>
            </a:extLst>
          </p:cNvPr>
          <p:cNvSpPr/>
          <p:nvPr/>
        </p:nvSpPr>
        <p:spPr>
          <a:xfrm>
            <a:off x="7007308" y="2849853"/>
            <a:ext cx="283464" cy="3657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8" name="Rectangle 247">
            <a:extLst>
              <a:ext uri="{FF2B5EF4-FFF2-40B4-BE49-F238E27FC236}">
                <a16:creationId xmlns:a16="http://schemas.microsoft.com/office/drawing/2014/main" id="{B9CE62C5-755F-9FD3-DAD5-F739649DCF44}"/>
              </a:ext>
            </a:extLst>
          </p:cNvPr>
          <p:cNvSpPr/>
          <p:nvPr/>
        </p:nvSpPr>
        <p:spPr>
          <a:xfrm>
            <a:off x="7009066" y="4842757"/>
            <a:ext cx="283464" cy="3657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9" name="Rectangle 248">
            <a:extLst>
              <a:ext uri="{FF2B5EF4-FFF2-40B4-BE49-F238E27FC236}">
                <a16:creationId xmlns:a16="http://schemas.microsoft.com/office/drawing/2014/main" id="{8BB9CE05-E0CA-3E8D-58CB-7087BDE09598}"/>
              </a:ext>
            </a:extLst>
          </p:cNvPr>
          <p:cNvSpPr/>
          <p:nvPr/>
        </p:nvSpPr>
        <p:spPr>
          <a:xfrm>
            <a:off x="7007136" y="5508471"/>
            <a:ext cx="283464" cy="3657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0" name="Rectangle 249">
            <a:extLst>
              <a:ext uri="{FF2B5EF4-FFF2-40B4-BE49-F238E27FC236}">
                <a16:creationId xmlns:a16="http://schemas.microsoft.com/office/drawing/2014/main" id="{9373A7E3-1ADA-BFF2-9866-F08C6A59B2BE}"/>
              </a:ext>
            </a:extLst>
          </p:cNvPr>
          <p:cNvSpPr/>
          <p:nvPr/>
        </p:nvSpPr>
        <p:spPr>
          <a:xfrm>
            <a:off x="7010305" y="7173090"/>
            <a:ext cx="283464" cy="14184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1" name="Rectangle 250">
            <a:extLst>
              <a:ext uri="{FF2B5EF4-FFF2-40B4-BE49-F238E27FC236}">
                <a16:creationId xmlns:a16="http://schemas.microsoft.com/office/drawing/2014/main" id="{7226BE87-F7A2-98C0-25A9-1E8F722C67FC}"/>
              </a:ext>
            </a:extLst>
          </p:cNvPr>
          <p:cNvSpPr/>
          <p:nvPr/>
        </p:nvSpPr>
        <p:spPr>
          <a:xfrm>
            <a:off x="7492345" y="8562978"/>
            <a:ext cx="347980" cy="2414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</TotalTime>
  <Words>97</Words>
  <Application>Microsoft Office PowerPoint</Application>
  <PresentationFormat>Custom</PresentationFormat>
  <Paragraphs>36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Calibri</vt:lpstr>
      <vt:lpstr>Lucida Sans</vt:lpstr>
      <vt:lpstr>Verdana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Pawan Kumar</cp:lastModifiedBy>
  <cp:revision>7</cp:revision>
  <dcterms:created xsi:type="dcterms:W3CDTF">2025-12-19T16:46:54Z</dcterms:created>
  <dcterms:modified xsi:type="dcterms:W3CDTF">2026-01-12T21:41:54Z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2025-12-19T00:00:00Z</vt:filetime>
  </property>
  <property fmtid="{D5CDD505-2E9C-101B-9397-08002B2CF9AE}" pid="3" name="Creator">
    <vt:lpwstr>Matplotlib v3.10.3, https://matplotlib.org</vt:lpwstr>
  </property>
  <property fmtid="{D5CDD505-2E9C-101B-9397-08002B2CF9AE}" pid="4" name="LastSaved">
    <vt:filetime>2025-12-19T00:00:00Z</vt:filetime>
  </property>
  <property fmtid="{D5CDD505-2E9C-101B-9397-08002B2CF9AE}" pid="5" name="Producer">
    <vt:lpwstr>Matplotlib pdf backend v3.10.3</vt:lpwstr>
  </property>
</Properties>
</file>